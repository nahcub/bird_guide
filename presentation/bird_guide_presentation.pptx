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저희는 조류를 목 단위로 분류한 한국어 조류 도감, bird_guide를 GitHub에서 함께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조류를 목 단위로 나눠 폴더를 만들고, 각 폴더에 목 소개 문서와 종별 문서를 두었습니다. 구조도는 README에도 mermaid로 들어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README에는 개요와 구조도, 목차, 문서 작성 규칙, 기여 방법까지 정리해 두어서 팀원 누구나 이 문서만 보고 작업할 수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수리목의 흰머리수리 문서입니다. 기본 정보 표로 시작해서 개요, 생김새, 분포, 생태, 보전 상태까지 같은 템플릿을 따릅니다. 사진 출처와 참고 자료도 문서 안에 남겼습니다.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조장이 디렉토리와 예시 파일을 만들고, 조원은 복사해서 작성했습니다. 각자 한 가지 목만 맡아 conflict를 막았고, commit은 자주, PR은 문서 하나를 완성한 뒤 올렸습니다. 브랜치 이름은 GitHub아이디-workspace, 커밋 메시지는 [수리목] 참매.md 작성 같은 형식을 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저는 혼자 GitHub를 자주 쓰지만 여럿이 함께 쓴 건 오랜만이었습니다. 혼자 쓸 때는 커밋 메시지를 저만 알아보게 썼는데, 팀원들이 읽는다고 생각하니 가독성이 중요하다는 걸 느꼈습니다. 또 커밋과 PR을 AI로 생성할 수 있었는데, 더 자세하고 정확하긴 해도 너무 길어서 팀원들이 읽는 시간을 생각하면 오히려 비효율적이었습니다. AI 생성물이 점점 길어지는 요즘일수록, 읽는 사람을 배려해 핵심만 쓰는 게 중요하다고 생각했습니다. 마지막으로, 커밋과 PR 작성 방식과 용어를 팀이 미리 정해 두면 협업이 더 빨라질 것 같습니다.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6B"/>
        </a:solidFill>
      </p:bgPr>
    </p:bg>
    <p:spTree>
      <p:nvGrpSpPr>
        <p:cNvPr id="1" name=""/>
        <p:cNvGrpSpPr/>
        <p:nvPr/>
      </p:nvGrpSpPr>
      <p:grpSpPr>
        <a:xfrm>
          <a:off x="0" y="0"/>
          <a:ext cx="0" cy="0"/>
          <a:chOff x="0" y="0"/>
          <a:chExt cx="0" cy="0"/>
        </a:xfrm>
      </p:grpSpPr>
      <p:sp>
        <p:nvSpPr>
          <p:cNvPr id="2" name="Shape 0"/>
          <p:cNvSpPr/>
          <p:nvPr/>
        </p:nvSpPr>
        <p:spPr>
          <a:xfrm>
            <a:off x="5669280" y="-1097280"/>
            <a:ext cx="4754880" cy="4754880"/>
          </a:xfrm>
          <a:prstGeom prst="ellipse">
            <a:avLst/>
          </a:prstGeom>
          <a:solidFill>
            <a:srgbClr val="FFFFFF">
              <a:alpha val="7000"/>
            </a:srgbClr>
          </a:solidFill>
          <a:ln w="12700">
            <a:solidFill>
              <a:srgbClr val="FFFFFF">
                <a:alpha val="7000"/>
              </a:srgbClr>
            </a:solidFill>
            <a:prstDash val="solid"/>
          </a:ln>
        </p:spPr>
      </p:sp>
      <p:sp>
        <p:nvSpPr>
          <p:cNvPr id="3" name="Shape 1"/>
          <p:cNvSpPr/>
          <p:nvPr/>
        </p:nvSpPr>
        <p:spPr>
          <a:xfrm>
            <a:off x="6949440" y="2377440"/>
            <a:ext cx="3291840" cy="3291840"/>
          </a:xfrm>
          <a:prstGeom prst="ellipse">
            <a:avLst/>
          </a:prstGeom>
          <a:solidFill>
            <a:srgbClr val="FFFFFF">
              <a:alpha val="5000"/>
            </a:srgbClr>
          </a:solidFill>
          <a:ln w="12700">
            <a:solidFill>
              <a:srgbClr val="FFFFFF">
                <a:alpha val="5000"/>
              </a:srgbClr>
            </a:solidFill>
            <a:prstDash val="solid"/>
          </a:ln>
        </p:spPr>
      </p:sp>
      <p:sp>
        <p:nvSpPr>
          <p:cNvPr id="4" name="Text 2"/>
          <p:cNvSpPr txBox="1"/>
          <p:nvPr/>
        </p:nvSpPr>
        <p:spPr>
          <a:xfrm>
            <a:off x="640080" y="1371600"/>
            <a:ext cx="7315200" cy="822960"/>
          </a:xfrm>
          <a:prstGeom prst="rect">
            <a:avLst/>
          </a:prstGeom>
          <a:noFill/>
          <a:ln/>
        </p:spPr>
        <p:txBody>
          <a:bodyPr wrap="square" lIns="0" tIns="0" rIns="0" bIns="0" rtlCol="0" anchor="ctr"/>
          <a:lstStyle/>
          <a:p>
            <a:pPr indent="0" marL="0">
              <a:buNone/>
            </a:pPr>
            <a:r>
              <a:rPr lang="en-US" sz="4800" b="1" dirty="0">
                <a:solidFill>
                  <a:srgbClr val="FFFFFF"/>
                </a:solidFill>
                <a:latin typeface="Malgun Gothic" pitchFamily="34" charset="0"/>
                <a:ea typeface="Malgun Gothic" pitchFamily="34" charset="-122"/>
                <a:cs typeface="Malgun Gothic" pitchFamily="34" charset="-120"/>
              </a:rPr>
              <a:t>bird_guide</a:t>
            </a:r>
            <a:endParaRPr lang="en-US" sz="4800" dirty="0"/>
          </a:p>
        </p:txBody>
      </p:sp>
      <p:sp>
        <p:nvSpPr>
          <p:cNvPr id="5" name="Text 3"/>
          <p:cNvSpPr txBox="1"/>
          <p:nvPr/>
        </p:nvSpPr>
        <p:spPr>
          <a:xfrm>
            <a:off x="640080" y="2240280"/>
            <a:ext cx="7315200" cy="457200"/>
          </a:xfrm>
          <a:prstGeom prst="rect">
            <a:avLst/>
          </a:prstGeom>
          <a:noFill/>
          <a:ln/>
        </p:spPr>
        <p:txBody>
          <a:bodyPr wrap="square" lIns="0" tIns="0" rIns="0" bIns="0" rtlCol="0" anchor="ctr"/>
          <a:lstStyle/>
          <a:p>
            <a:pPr indent="0" marL="0">
              <a:buNone/>
            </a:pPr>
            <a:r>
              <a:rPr lang="en-US" sz="2000" dirty="0">
                <a:solidFill>
                  <a:srgbClr val="C9D8EE"/>
                </a:solidFill>
                <a:latin typeface="Malgun Gothic" pitchFamily="34" charset="0"/>
                <a:ea typeface="Malgun Gothic" pitchFamily="34" charset="-122"/>
                <a:cs typeface="Malgun Gothic" pitchFamily="34" charset="-120"/>
              </a:rPr>
              <a:t>조류를 목(目) 단위로 분류한 한국어 도감</a:t>
            </a:r>
            <a:endParaRPr lang="en-US" sz="2000" dirty="0"/>
          </a:p>
        </p:txBody>
      </p:sp>
      <p:sp>
        <p:nvSpPr>
          <p:cNvPr id="6" name="Text 4"/>
          <p:cNvSpPr txBox="1"/>
          <p:nvPr/>
        </p:nvSpPr>
        <p:spPr>
          <a:xfrm>
            <a:off x="640080" y="3063240"/>
            <a:ext cx="7315200" cy="320040"/>
          </a:xfrm>
          <a:prstGeom prst="rect">
            <a:avLst/>
          </a:prstGeom>
          <a:noFill/>
          <a:ln/>
        </p:spPr>
        <p:txBody>
          <a:bodyPr wrap="square" lIns="0" tIns="0" rIns="0" bIns="0" rtlCol="0" anchor="ctr"/>
          <a:lstStyle/>
          <a:p>
            <a:pPr indent="0" marL="0">
              <a:buNone/>
            </a:pPr>
            <a:r>
              <a:rPr lang="en-US" sz="1400" dirty="0">
                <a:solidFill>
                  <a:srgbClr val="C9D8EE"/>
                </a:solidFill>
                <a:latin typeface="Malgun Gothic" pitchFamily="34" charset="0"/>
                <a:ea typeface="Malgun Gothic" pitchFamily="34" charset="-122"/>
                <a:cs typeface="Malgun Gothic" pitchFamily="34" charset="-120"/>
              </a:rPr>
              <a:t>오픈소스 소프트웨어 기초 과제  ·  2026.10</a:t>
            </a:r>
            <a:endParaRPr lang="en-US" sz="1400" dirty="0"/>
          </a:p>
        </p:txBody>
      </p:sp>
      <p:sp>
        <p:nvSpPr>
          <p:cNvPr id="7" name="Text 5"/>
          <p:cNvSpPr txBox="1"/>
          <p:nvPr/>
        </p:nvSpPr>
        <p:spPr>
          <a:xfrm>
            <a:off x="640080" y="4114800"/>
            <a:ext cx="7315200" cy="365760"/>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곽민서   권보민   김부찬   서정빈   조은서   허재원</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400" b="1" dirty="0">
                <a:solidFill>
                  <a:srgbClr val="34495E"/>
                </a:solidFill>
                <a:latin typeface="Malgun Gothic" pitchFamily="34" charset="0"/>
                <a:ea typeface="Malgun Gothic" pitchFamily="34" charset="-122"/>
                <a:cs typeface="Malgun Gothic" pitchFamily="34" charset="-120"/>
              </a:rPr>
              <a:t>프로젝트 소개</a:t>
            </a:r>
            <a:endParaRPr lang="en-US" sz="3400" dirty="0"/>
          </a:p>
        </p:txBody>
      </p:sp>
      <p:sp>
        <p:nvSpPr>
          <p:cNvPr id="3" name="Text 1"/>
          <p:cNvSpPr txBox="1"/>
          <p:nvPr/>
        </p:nvSpPr>
        <p:spPr>
          <a:xfrm>
            <a:off x="457200" y="914400"/>
            <a:ext cx="8229600" cy="320040"/>
          </a:xfrm>
          <a:prstGeom prst="rect">
            <a:avLst/>
          </a:prstGeom>
          <a:noFill/>
          <a:ln/>
        </p:spPr>
        <p:txBody>
          <a:bodyPr wrap="square" lIns="0" tIns="0" rIns="0" bIns="0" rtlCol="0" anchor="ctr"/>
          <a:lstStyle/>
          <a:p>
            <a:pPr indent="0" marL="0">
              <a:buNone/>
            </a:pPr>
            <a:r>
              <a:rPr lang="en-US" sz="1400" dirty="0">
                <a:solidFill>
                  <a:srgbClr val="6B7B8C"/>
                </a:solidFill>
                <a:latin typeface="Malgun Gothic" pitchFamily="34" charset="0"/>
                <a:ea typeface="Malgun Gothic" pitchFamily="34" charset="-122"/>
                <a:cs typeface="Malgun Gothic" pitchFamily="34" charset="-120"/>
              </a:rPr>
              <a:t>팀원 6명이 목(目)을 하나씩 맡아 GitHub에서 문서로 작성했습니다</a:t>
            </a:r>
            <a:endParaRPr lang="en-US" sz="1400" dirty="0"/>
          </a:p>
        </p:txBody>
      </p:sp>
      <p:sp>
        <p:nvSpPr>
          <p:cNvPr id="4" name="Shape 2"/>
          <p:cNvSpPr/>
          <p:nvPr/>
        </p:nvSpPr>
        <p:spPr>
          <a:xfrm>
            <a:off x="3474720" y="1417320"/>
            <a:ext cx="2194560" cy="457200"/>
          </a:xfrm>
          <a:prstGeom prst="roundRect">
            <a:avLst>
              <a:gd name="adj" fmla="val 24000"/>
            </a:avLst>
          </a:prstGeom>
          <a:solidFill>
            <a:srgbClr val="1B3A6B"/>
          </a:solidFill>
          <a:ln w="12700">
            <a:solidFill>
              <a:srgbClr val="1B3A6B"/>
            </a:solidFill>
            <a:prstDash val="solid"/>
          </a:ln>
        </p:spPr>
      </p:sp>
      <p:sp>
        <p:nvSpPr>
          <p:cNvPr id="5" name="Text 3"/>
          <p:cNvSpPr txBox="1"/>
          <p:nvPr/>
        </p:nvSpPr>
        <p:spPr>
          <a:xfrm>
            <a:off x="3474720" y="1417320"/>
            <a:ext cx="219456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bird_guide</a:t>
            </a:r>
            <a:endParaRPr lang="en-US" sz="1800" dirty="0"/>
          </a:p>
        </p:txBody>
      </p:sp>
      <p:sp>
        <p:nvSpPr>
          <p:cNvPr id="6" name="Shape 4"/>
          <p:cNvSpPr/>
          <p:nvPr/>
        </p:nvSpPr>
        <p:spPr>
          <a:xfrm>
            <a:off x="4572000" y="1874520"/>
            <a:ext cx="0" cy="228600"/>
          </a:xfrm>
          <a:prstGeom prst="line">
            <a:avLst/>
          </a:prstGeom>
          <a:noFill/>
          <a:ln w="15875">
            <a:solidFill>
              <a:srgbClr val="9FB3C8"/>
            </a:solidFill>
            <a:prstDash val="solid"/>
          </a:ln>
        </p:spPr>
      </p:sp>
      <p:sp>
        <p:nvSpPr>
          <p:cNvPr id="7" name="Shape 5"/>
          <p:cNvSpPr/>
          <p:nvPr/>
        </p:nvSpPr>
        <p:spPr>
          <a:xfrm>
            <a:off x="1097280" y="2103120"/>
            <a:ext cx="6949440" cy="0"/>
          </a:xfrm>
          <a:prstGeom prst="line">
            <a:avLst/>
          </a:prstGeom>
          <a:noFill/>
          <a:ln w="15875">
            <a:solidFill>
              <a:srgbClr val="9FB3C8"/>
            </a:solidFill>
            <a:prstDash val="solid"/>
          </a:ln>
        </p:spPr>
      </p:sp>
      <p:sp>
        <p:nvSpPr>
          <p:cNvPr id="8" name="Shape 6"/>
          <p:cNvSpPr/>
          <p:nvPr/>
        </p:nvSpPr>
        <p:spPr>
          <a:xfrm>
            <a:off x="1097280" y="2103120"/>
            <a:ext cx="0" cy="228600"/>
          </a:xfrm>
          <a:prstGeom prst="line">
            <a:avLst/>
          </a:prstGeom>
          <a:noFill/>
          <a:ln w="15875">
            <a:solidFill>
              <a:srgbClr val="9FB3C8"/>
            </a:solidFill>
            <a:prstDash val="solid"/>
          </a:ln>
        </p:spPr>
      </p:sp>
      <p:sp>
        <p:nvSpPr>
          <p:cNvPr id="9" name="Shape 7"/>
          <p:cNvSpPr/>
          <p:nvPr/>
        </p:nvSpPr>
        <p:spPr>
          <a:xfrm>
            <a:off x="457200" y="2331720"/>
            <a:ext cx="1280160" cy="457200"/>
          </a:xfrm>
          <a:prstGeom prst="roundRect">
            <a:avLst>
              <a:gd name="adj" fmla="val 24000"/>
            </a:avLst>
          </a:prstGeom>
          <a:solidFill>
            <a:srgbClr val="F1F6FA"/>
          </a:solidFill>
          <a:ln w="12700">
            <a:solidFill>
              <a:srgbClr val="F1F6FA"/>
            </a:solidFill>
            <a:prstDash val="solid"/>
          </a:ln>
        </p:spPr>
      </p:sp>
      <p:sp>
        <p:nvSpPr>
          <p:cNvPr id="10" name="Text 8"/>
          <p:cNvSpPr txBox="1"/>
          <p:nvPr/>
        </p:nvSpPr>
        <p:spPr>
          <a:xfrm>
            <a:off x="457200" y="2331720"/>
            <a:ext cx="1280160" cy="457200"/>
          </a:xfrm>
          <a:prstGeom prst="rect">
            <a:avLst/>
          </a:prstGeom>
          <a:noFill/>
          <a:ln/>
        </p:spPr>
        <p:txBody>
          <a:bodyPr wrap="square" lIns="0" tIns="0" rIns="0" bIns="0" rtlCol="0" anchor="ctr"/>
          <a:lstStyle/>
          <a:p>
            <a:pPr algn="ctr" indent="0" marL="0">
              <a:buNone/>
            </a:pPr>
            <a:r>
              <a:rPr lang="en-US" sz="1600" b="1" dirty="0">
                <a:solidFill>
                  <a:srgbClr val="1B3A6B"/>
                </a:solidFill>
                <a:latin typeface="Malgun Gothic" pitchFamily="34" charset="0"/>
                <a:ea typeface="Malgun Gothic" pitchFamily="34" charset="-122"/>
                <a:cs typeface="Malgun Gothic" pitchFamily="34" charset="-120"/>
              </a:rPr>
              <a:t>기러기목</a:t>
            </a:r>
            <a:endParaRPr lang="en-US" sz="1600" dirty="0"/>
          </a:p>
        </p:txBody>
      </p:sp>
      <p:sp>
        <p:nvSpPr>
          <p:cNvPr id="11" name="Shape 9"/>
          <p:cNvSpPr/>
          <p:nvPr/>
        </p:nvSpPr>
        <p:spPr>
          <a:xfrm>
            <a:off x="457200" y="2880360"/>
            <a:ext cx="1280160" cy="1645920"/>
          </a:xfrm>
          <a:prstGeom prst="roundRect">
            <a:avLst>
              <a:gd name="adj" fmla="val 8571"/>
            </a:avLst>
          </a:prstGeom>
          <a:solidFill>
            <a:srgbClr val="FFFFFF"/>
          </a:solidFill>
          <a:ln w="12700">
            <a:solidFill>
              <a:srgbClr val="D5E3EE"/>
            </a:solidFill>
            <a:prstDash val="solid"/>
          </a:ln>
        </p:spPr>
      </p:sp>
      <p:sp>
        <p:nvSpPr>
          <p:cNvPr id="12" name="Text 10"/>
          <p:cNvSpPr txBox="1"/>
          <p:nvPr/>
        </p:nvSpPr>
        <p:spPr>
          <a:xfrm>
            <a:off x="457200" y="2880360"/>
            <a:ext cx="1280160" cy="1645920"/>
          </a:xfrm>
          <a:prstGeom prst="rect">
            <a:avLst/>
          </a:prstGeom>
          <a:noFill/>
          <a:ln/>
        </p:spPr>
        <p:txBody>
          <a:bodyPr wrap="square" lIns="0" tIns="0" rIns="0" bIns="0" rtlCol="0" anchor="ctr"/>
          <a:lstStyle/>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개리</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큰고니</a:t>
            </a:r>
            <a:endParaRPr lang="en-US" sz="1400" dirty="0"/>
          </a:p>
        </p:txBody>
      </p:sp>
      <p:sp>
        <p:nvSpPr>
          <p:cNvPr id="13" name="Shape 11"/>
          <p:cNvSpPr/>
          <p:nvPr/>
        </p:nvSpPr>
        <p:spPr>
          <a:xfrm>
            <a:off x="2487168" y="2103120"/>
            <a:ext cx="0" cy="228600"/>
          </a:xfrm>
          <a:prstGeom prst="line">
            <a:avLst/>
          </a:prstGeom>
          <a:noFill/>
          <a:ln w="15875">
            <a:solidFill>
              <a:srgbClr val="9FB3C8"/>
            </a:solidFill>
            <a:prstDash val="solid"/>
          </a:ln>
        </p:spPr>
      </p:sp>
      <p:sp>
        <p:nvSpPr>
          <p:cNvPr id="14" name="Shape 12"/>
          <p:cNvSpPr/>
          <p:nvPr/>
        </p:nvSpPr>
        <p:spPr>
          <a:xfrm>
            <a:off x="1847088" y="2331720"/>
            <a:ext cx="1280160" cy="457200"/>
          </a:xfrm>
          <a:prstGeom prst="roundRect">
            <a:avLst>
              <a:gd name="adj" fmla="val 24000"/>
            </a:avLst>
          </a:prstGeom>
          <a:solidFill>
            <a:srgbClr val="F1F6FA"/>
          </a:solidFill>
          <a:ln w="12700">
            <a:solidFill>
              <a:srgbClr val="F1F6FA"/>
            </a:solidFill>
            <a:prstDash val="solid"/>
          </a:ln>
        </p:spPr>
      </p:sp>
      <p:sp>
        <p:nvSpPr>
          <p:cNvPr id="15" name="Text 13"/>
          <p:cNvSpPr txBox="1"/>
          <p:nvPr/>
        </p:nvSpPr>
        <p:spPr>
          <a:xfrm>
            <a:off x="1847088" y="2331720"/>
            <a:ext cx="1280160" cy="457200"/>
          </a:xfrm>
          <a:prstGeom prst="rect">
            <a:avLst/>
          </a:prstGeom>
          <a:noFill/>
          <a:ln/>
        </p:spPr>
        <p:txBody>
          <a:bodyPr wrap="square" lIns="0" tIns="0" rIns="0" bIns="0" rtlCol="0" anchor="ctr"/>
          <a:lstStyle/>
          <a:p>
            <a:pPr algn="ctr" indent="0" marL="0">
              <a:buNone/>
            </a:pPr>
            <a:r>
              <a:rPr lang="en-US" sz="1600" b="1" dirty="0">
                <a:solidFill>
                  <a:srgbClr val="1B3A6B"/>
                </a:solidFill>
                <a:latin typeface="Malgun Gothic" pitchFamily="34" charset="0"/>
                <a:ea typeface="Malgun Gothic" pitchFamily="34" charset="-122"/>
                <a:cs typeface="Malgun Gothic" pitchFamily="34" charset="-120"/>
              </a:rPr>
              <a:t>닭목</a:t>
            </a:r>
            <a:endParaRPr lang="en-US" sz="1600" dirty="0"/>
          </a:p>
        </p:txBody>
      </p:sp>
      <p:sp>
        <p:nvSpPr>
          <p:cNvPr id="16" name="Shape 14"/>
          <p:cNvSpPr/>
          <p:nvPr/>
        </p:nvSpPr>
        <p:spPr>
          <a:xfrm>
            <a:off x="1847088" y="2880360"/>
            <a:ext cx="1280160" cy="1645920"/>
          </a:xfrm>
          <a:prstGeom prst="roundRect">
            <a:avLst>
              <a:gd name="adj" fmla="val 8571"/>
            </a:avLst>
          </a:prstGeom>
          <a:solidFill>
            <a:srgbClr val="FFFFFF"/>
          </a:solidFill>
          <a:ln w="12700">
            <a:solidFill>
              <a:srgbClr val="D5E3EE"/>
            </a:solidFill>
            <a:prstDash val="solid"/>
          </a:ln>
        </p:spPr>
      </p:sp>
      <p:sp>
        <p:nvSpPr>
          <p:cNvPr id="17" name="Text 15"/>
          <p:cNvSpPr txBox="1"/>
          <p:nvPr/>
        </p:nvSpPr>
        <p:spPr>
          <a:xfrm>
            <a:off x="1847088" y="2880360"/>
            <a:ext cx="1280160" cy="1645920"/>
          </a:xfrm>
          <a:prstGeom prst="rect">
            <a:avLst/>
          </a:prstGeom>
          <a:noFill/>
          <a:ln/>
        </p:spPr>
        <p:txBody>
          <a:bodyPr wrap="square" lIns="0" tIns="0" rIns="0" bIns="0" rtlCol="0" anchor="ctr"/>
          <a:lstStyle/>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닭</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꿩</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칠면조</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메추라기</a:t>
            </a:r>
            <a:endParaRPr lang="en-US" sz="1400" dirty="0"/>
          </a:p>
        </p:txBody>
      </p:sp>
      <p:sp>
        <p:nvSpPr>
          <p:cNvPr id="18" name="Shape 16"/>
          <p:cNvSpPr/>
          <p:nvPr/>
        </p:nvSpPr>
        <p:spPr>
          <a:xfrm>
            <a:off x="3877056" y="2103120"/>
            <a:ext cx="0" cy="228600"/>
          </a:xfrm>
          <a:prstGeom prst="line">
            <a:avLst/>
          </a:prstGeom>
          <a:noFill/>
          <a:ln w="15875">
            <a:solidFill>
              <a:srgbClr val="9FB3C8"/>
            </a:solidFill>
            <a:prstDash val="solid"/>
          </a:ln>
        </p:spPr>
      </p:sp>
      <p:sp>
        <p:nvSpPr>
          <p:cNvPr id="19" name="Shape 17"/>
          <p:cNvSpPr/>
          <p:nvPr/>
        </p:nvSpPr>
        <p:spPr>
          <a:xfrm>
            <a:off x="3236976" y="2331720"/>
            <a:ext cx="1280160" cy="457200"/>
          </a:xfrm>
          <a:prstGeom prst="roundRect">
            <a:avLst>
              <a:gd name="adj" fmla="val 24000"/>
            </a:avLst>
          </a:prstGeom>
          <a:solidFill>
            <a:srgbClr val="F1F6FA"/>
          </a:solidFill>
          <a:ln w="12700">
            <a:solidFill>
              <a:srgbClr val="F1F6FA"/>
            </a:solidFill>
            <a:prstDash val="solid"/>
          </a:ln>
        </p:spPr>
      </p:sp>
      <p:sp>
        <p:nvSpPr>
          <p:cNvPr id="20" name="Text 18"/>
          <p:cNvSpPr txBox="1"/>
          <p:nvPr/>
        </p:nvSpPr>
        <p:spPr>
          <a:xfrm>
            <a:off x="3236976" y="2331720"/>
            <a:ext cx="1280160" cy="457200"/>
          </a:xfrm>
          <a:prstGeom prst="rect">
            <a:avLst/>
          </a:prstGeom>
          <a:noFill/>
          <a:ln/>
        </p:spPr>
        <p:txBody>
          <a:bodyPr wrap="square" lIns="0" tIns="0" rIns="0" bIns="0" rtlCol="0" anchor="ctr"/>
          <a:lstStyle/>
          <a:p>
            <a:pPr algn="ctr" indent="0" marL="0">
              <a:buNone/>
            </a:pPr>
            <a:r>
              <a:rPr lang="en-US" sz="1600" b="1" dirty="0">
                <a:solidFill>
                  <a:srgbClr val="1B3A6B"/>
                </a:solidFill>
                <a:latin typeface="Malgun Gothic" pitchFamily="34" charset="0"/>
                <a:ea typeface="Malgun Gothic" pitchFamily="34" charset="-122"/>
                <a:cs typeface="Malgun Gothic" pitchFamily="34" charset="-120"/>
              </a:rPr>
              <a:t>도요목</a:t>
            </a:r>
            <a:endParaRPr lang="en-US" sz="1600" dirty="0"/>
          </a:p>
        </p:txBody>
      </p:sp>
      <p:sp>
        <p:nvSpPr>
          <p:cNvPr id="21" name="Shape 19"/>
          <p:cNvSpPr/>
          <p:nvPr/>
        </p:nvSpPr>
        <p:spPr>
          <a:xfrm>
            <a:off x="3236976" y="2880360"/>
            <a:ext cx="1280160" cy="1645920"/>
          </a:xfrm>
          <a:prstGeom prst="roundRect">
            <a:avLst>
              <a:gd name="adj" fmla="val 8571"/>
            </a:avLst>
          </a:prstGeom>
          <a:solidFill>
            <a:srgbClr val="FFFFFF"/>
          </a:solidFill>
          <a:ln w="12700">
            <a:solidFill>
              <a:srgbClr val="D5E3EE"/>
            </a:solidFill>
            <a:prstDash val="solid"/>
          </a:ln>
        </p:spPr>
      </p:sp>
      <p:sp>
        <p:nvSpPr>
          <p:cNvPr id="22" name="Text 20"/>
          <p:cNvSpPr txBox="1"/>
          <p:nvPr/>
        </p:nvSpPr>
        <p:spPr>
          <a:xfrm>
            <a:off x="3236976" y="2880360"/>
            <a:ext cx="1280160" cy="1645920"/>
          </a:xfrm>
          <a:prstGeom prst="rect">
            <a:avLst/>
          </a:prstGeom>
          <a:noFill/>
          <a:ln/>
        </p:spPr>
        <p:txBody>
          <a:bodyPr wrap="square" lIns="0" tIns="0" rIns="0" bIns="0" rtlCol="0" anchor="ctr"/>
          <a:lstStyle/>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갈매기</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개꿩</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게물떼새</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마도요</a:t>
            </a:r>
            <a:endParaRPr lang="en-US" sz="1400" dirty="0"/>
          </a:p>
        </p:txBody>
      </p:sp>
      <p:sp>
        <p:nvSpPr>
          <p:cNvPr id="23" name="Shape 21"/>
          <p:cNvSpPr/>
          <p:nvPr/>
        </p:nvSpPr>
        <p:spPr>
          <a:xfrm>
            <a:off x="5266944" y="2103120"/>
            <a:ext cx="0" cy="228600"/>
          </a:xfrm>
          <a:prstGeom prst="line">
            <a:avLst/>
          </a:prstGeom>
          <a:noFill/>
          <a:ln w="15875">
            <a:solidFill>
              <a:srgbClr val="9FB3C8"/>
            </a:solidFill>
            <a:prstDash val="solid"/>
          </a:ln>
        </p:spPr>
      </p:sp>
      <p:sp>
        <p:nvSpPr>
          <p:cNvPr id="24" name="Shape 22"/>
          <p:cNvSpPr/>
          <p:nvPr/>
        </p:nvSpPr>
        <p:spPr>
          <a:xfrm>
            <a:off x="4626864" y="2331720"/>
            <a:ext cx="1280160" cy="457200"/>
          </a:xfrm>
          <a:prstGeom prst="roundRect">
            <a:avLst>
              <a:gd name="adj" fmla="val 24000"/>
            </a:avLst>
          </a:prstGeom>
          <a:solidFill>
            <a:srgbClr val="F1F6FA"/>
          </a:solidFill>
          <a:ln w="12700">
            <a:solidFill>
              <a:srgbClr val="F1F6FA"/>
            </a:solidFill>
            <a:prstDash val="solid"/>
          </a:ln>
        </p:spPr>
      </p:sp>
      <p:sp>
        <p:nvSpPr>
          <p:cNvPr id="25" name="Text 23"/>
          <p:cNvSpPr txBox="1"/>
          <p:nvPr/>
        </p:nvSpPr>
        <p:spPr>
          <a:xfrm>
            <a:off x="4626864" y="2331720"/>
            <a:ext cx="1280160" cy="457200"/>
          </a:xfrm>
          <a:prstGeom prst="rect">
            <a:avLst/>
          </a:prstGeom>
          <a:noFill/>
          <a:ln/>
        </p:spPr>
        <p:txBody>
          <a:bodyPr wrap="square" lIns="0" tIns="0" rIns="0" bIns="0" rtlCol="0" anchor="ctr"/>
          <a:lstStyle/>
          <a:p>
            <a:pPr algn="ctr" indent="0" marL="0">
              <a:buNone/>
            </a:pPr>
            <a:r>
              <a:rPr lang="en-US" sz="1600" b="1" dirty="0">
                <a:solidFill>
                  <a:srgbClr val="1B3A6B"/>
                </a:solidFill>
                <a:latin typeface="Malgun Gothic" pitchFamily="34" charset="0"/>
                <a:ea typeface="Malgun Gothic" pitchFamily="34" charset="-122"/>
                <a:cs typeface="Malgun Gothic" pitchFamily="34" charset="-120"/>
              </a:rPr>
              <a:t>수리목</a:t>
            </a:r>
            <a:endParaRPr lang="en-US" sz="1600" dirty="0"/>
          </a:p>
        </p:txBody>
      </p:sp>
      <p:sp>
        <p:nvSpPr>
          <p:cNvPr id="26" name="Shape 24"/>
          <p:cNvSpPr/>
          <p:nvPr/>
        </p:nvSpPr>
        <p:spPr>
          <a:xfrm>
            <a:off x="4626864" y="2880360"/>
            <a:ext cx="1280160" cy="1645920"/>
          </a:xfrm>
          <a:prstGeom prst="roundRect">
            <a:avLst>
              <a:gd name="adj" fmla="val 8571"/>
            </a:avLst>
          </a:prstGeom>
          <a:solidFill>
            <a:srgbClr val="FFFFFF"/>
          </a:solidFill>
          <a:ln w="12700">
            <a:solidFill>
              <a:srgbClr val="D5E3EE"/>
            </a:solidFill>
            <a:prstDash val="solid"/>
          </a:ln>
        </p:spPr>
      </p:sp>
      <p:sp>
        <p:nvSpPr>
          <p:cNvPr id="27" name="Text 25"/>
          <p:cNvSpPr txBox="1"/>
          <p:nvPr/>
        </p:nvSpPr>
        <p:spPr>
          <a:xfrm>
            <a:off x="4626864" y="2880360"/>
            <a:ext cx="1280160" cy="1645920"/>
          </a:xfrm>
          <a:prstGeom prst="rect">
            <a:avLst/>
          </a:prstGeom>
          <a:noFill/>
          <a:ln/>
        </p:spPr>
        <p:txBody>
          <a:bodyPr wrap="square" lIns="0" tIns="0" rIns="0" bIns="0" rtlCol="0" anchor="ctr"/>
          <a:lstStyle/>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독수리</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뱀잡이수리</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참매</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흰머리수리</a:t>
            </a:r>
            <a:endParaRPr lang="en-US" sz="1400" dirty="0"/>
          </a:p>
        </p:txBody>
      </p:sp>
      <p:sp>
        <p:nvSpPr>
          <p:cNvPr id="28" name="Shape 26"/>
          <p:cNvSpPr/>
          <p:nvPr/>
        </p:nvSpPr>
        <p:spPr>
          <a:xfrm>
            <a:off x="6656832" y="2103120"/>
            <a:ext cx="0" cy="228600"/>
          </a:xfrm>
          <a:prstGeom prst="line">
            <a:avLst/>
          </a:prstGeom>
          <a:noFill/>
          <a:ln w="15875">
            <a:solidFill>
              <a:srgbClr val="9FB3C8"/>
            </a:solidFill>
            <a:prstDash val="solid"/>
          </a:ln>
        </p:spPr>
      </p:sp>
      <p:sp>
        <p:nvSpPr>
          <p:cNvPr id="29" name="Shape 27"/>
          <p:cNvSpPr/>
          <p:nvPr/>
        </p:nvSpPr>
        <p:spPr>
          <a:xfrm>
            <a:off x="6016752" y="2331720"/>
            <a:ext cx="1280160" cy="457200"/>
          </a:xfrm>
          <a:prstGeom prst="roundRect">
            <a:avLst>
              <a:gd name="adj" fmla="val 24000"/>
            </a:avLst>
          </a:prstGeom>
          <a:solidFill>
            <a:srgbClr val="F1F6FA"/>
          </a:solidFill>
          <a:ln w="12700">
            <a:solidFill>
              <a:srgbClr val="F1F6FA"/>
            </a:solidFill>
            <a:prstDash val="solid"/>
          </a:ln>
        </p:spPr>
      </p:sp>
      <p:sp>
        <p:nvSpPr>
          <p:cNvPr id="30" name="Text 28"/>
          <p:cNvSpPr txBox="1"/>
          <p:nvPr/>
        </p:nvSpPr>
        <p:spPr>
          <a:xfrm>
            <a:off x="6016752" y="2331720"/>
            <a:ext cx="1280160" cy="457200"/>
          </a:xfrm>
          <a:prstGeom prst="rect">
            <a:avLst/>
          </a:prstGeom>
          <a:noFill/>
          <a:ln/>
        </p:spPr>
        <p:txBody>
          <a:bodyPr wrap="square" lIns="0" tIns="0" rIns="0" bIns="0" rtlCol="0" anchor="ctr"/>
          <a:lstStyle/>
          <a:p>
            <a:pPr algn="ctr" indent="0" marL="0">
              <a:buNone/>
            </a:pPr>
            <a:r>
              <a:rPr lang="en-US" sz="1600" b="1" dirty="0">
                <a:solidFill>
                  <a:srgbClr val="1B3A6B"/>
                </a:solidFill>
                <a:latin typeface="Malgun Gothic" pitchFamily="34" charset="0"/>
                <a:ea typeface="Malgun Gothic" pitchFamily="34" charset="-122"/>
                <a:cs typeface="Malgun Gothic" pitchFamily="34" charset="-120"/>
              </a:rPr>
              <a:t>앵무목</a:t>
            </a:r>
            <a:endParaRPr lang="en-US" sz="1600" dirty="0"/>
          </a:p>
        </p:txBody>
      </p:sp>
      <p:sp>
        <p:nvSpPr>
          <p:cNvPr id="31" name="Shape 29"/>
          <p:cNvSpPr/>
          <p:nvPr/>
        </p:nvSpPr>
        <p:spPr>
          <a:xfrm>
            <a:off x="6016752" y="2880360"/>
            <a:ext cx="1280160" cy="1645920"/>
          </a:xfrm>
          <a:prstGeom prst="roundRect">
            <a:avLst>
              <a:gd name="adj" fmla="val 8571"/>
            </a:avLst>
          </a:prstGeom>
          <a:solidFill>
            <a:srgbClr val="FFFFFF"/>
          </a:solidFill>
          <a:ln w="12700">
            <a:solidFill>
              <a:srgbClr val="D5E3EE"/>
            </a:solidFill>
            <a:prstDash val="solid"/>
          </a:ln>
        </p:spPr>
      </p:sp>
      <p:sp>
        <p:nvSpPr>
          <p:cNvPr id="32" name="Text 30"/>
          <p:cNvSpPr txBox="1"/>
          <p:nvPr/>
        </p:nvSpPr>
        <p:spPr>
          <a:xfrm>
            <a:off x="6016752" y="2880360"/>
            <a:ext cx="1280160" cy="1645920"/>
          </a:xfrm>
          <a:prstGeom prst="rect">
            <a:avLst/>
          </a:prstGeom>
          <a:noFill/>
          <a:ln/>
        </p:spPr>
        <p:txBody>
          <a:bodyPr wrap="square" lIns="0" tIns="0" rIns="0" bIns="0" rtlCol="0" anchor="ctr"/>
          <a:lstStyle/>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갈색머리 앵무</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케이프 앵무</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회색앵무</a:t>
            </a:r>
            <a:endParaRPr lang="en-US" sz="1400" dirty="0"/>
          </a:p>
        </p:txBody>
      </p:sp>
      <p:sp>
        <p:nvSpPr>
          <p:cNvPr id="33" name="Shape 31"/>
          <p:cNvSpPr/>
          <p:nvPr/>
        </p:nvSpPr>
        <p:spPr>
          <a:xfrm>
            <a:off x="8046720" y="2103120"/>
            <a:ext cx="0" cy="228600"/>
          </a:xfrm>
          <a:prstGeom prst="line">
            <a:avLst/>
          </a:prstGeom>
          <a:noFill/>
          <a:ln w="15875">
            <a:solidFill>
              <a:srgbClr val="9FB3C8"/>
            </a:solidFill>
            <a:prstDash val="solid"/>
          </a:ln>
        </p:spPr>
      </p:sp>
      <p:sp>
        <p:nvSpPr>
          <p:cNvPr id="34" name="Shape 32"/>
          <p:cNvSpPr/>
          <p:nvPr/>
        </p:nvSpPr>
        <p:spPr>
          <a:xfrm>
            <a:off x="7406640" y="2331720"/>
            <a:ext cx="1280160" cy="457200"/>
          </a:xfrm>
          <a:prstGeom prst="roundRect">
            <a:avLst>
              <a:gd name="adj" fmla="val 24000"/>
            </a:avLst>
          </a:prstGeom>
          <a:solidFill>
            <a:srgbClr val="F1F6FA"/>
          </a:solidFill>
          <a:ln w="12700">
            <a:solidFill>
              <a:srgbClr val="F1F6FA"/>
            </a:solidFill>
            <a:prstDash val="solid"/>
          </a:ln>
        </p:spPr>
      </p:sp>
      <p:sp>
        <p:nvSpPr>
          <p:cNvPr id="35" name="Text 33"/>
          <p:cNvSpPr txBox="1"/>
          <p:nvPr/>
        </p:nvSpPr>
        <p:spPr>
          <a:xfrm>
            <a:off x="7406640" y="2331720"/>
            <a:ext cx="1280160" cy="457200"/>
          </a:xfrm>
          <a:prstGeom prst="rect">
            <a:avLst/>
          </a:prstGeom>
          <a:noFill/>
          <a:ln/>
        </p:spPr>
        <p:txBody>
          <a:bodyPr wrap="square" lIns="0" tIns="0" rIns="0" bIns="0" rtlCol="0" anchor="ctr"/>
          <a:lstStyle/>
          <a:p>
            <a:pPr algn="ctr" indent="0" marL="0">
              <a:buNone/>
            </a:pPr>
            <a:r>
              <a:rPr lang="en-US" sz="1600" b="1" dirty="0">
                <a:solidFill>
                  <a:srgbClr val="1B3A6B"/>
                </a:solidFill>
                <a:latin typeface="Malgun Gothic" pitchFamily="34" charset="0"/>
                <a:ea typeface="Malgun Gothic" pitchFamily="34" charset="-122"/>
                <a:cs typeface="Malgun Gothic" pitchFamily="34" charset="-120"/>
              </a:rPr>
              <a:t>참새목</a:t>
            </a:r>
            <a:endParaRPr lang="en-US" sz="1600" dirty="0"/>
          </a:p>
        </p:txBody>
      </p:sp>
      <p:sp>
        <p:nvSpPr>
          <p:cNvPr id="36" name="Shape 34"/>
          <p:cNvSpPr/>
          <p:nvPr/>
        </p:nvSpPr>
        <p:spPr>
          <a:xfrm>
            <a:off x="7406640" y="2880360"/>
            <a:ext cx="1280160" cy="1645920"/>
          </a:xfrm>
          <a:prstGeom prst="roundRect">
            <a:avLst>
              <a:gd name="adj" fmla="val 8571"/>
            </a:avLst>
          </a:prstGeom>
          <a:solidFill>
            <a:srgbClr val="FFFFFF"/>
          </a:solidFill>
          <a:ln w="12700">
            <a:solidFill>
              <a:srgbClr val="D5E3EE"/>
            </a:solidFill>
            <a:prstDash val="solid"/>
          </a:ln>
        </p:spPr>
      </p:sp>
      <p:sp>
        <p:nvSpPr>
          <p:cNvPr id="37" name="Text 35"/>
          <p:cNvSpPr txBox="1"/>
          <p:nvPr/>
        </p:nvSpPr>
        <p:spPr>
          <a:xfrm>
            <a:off x="7406640" y="2880360"/>
            <a:ext cx="1280160" cy="1645920"/>
          </a:xfrm>
          <a:prstGeom prst="rect">
            <a:avLst/>
          </a:prstGeom>
          <a:noFill/>
          <a:ln/>
        </p:spPr>
        <p:txBody>
          <a:bodyPr wrap="square" lIns="0" tIns="0" rIns="0" bIns="0" rtlCol="0" anchor="ctr"/>
          <a:lstStyle/>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까마귀</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제비</a:t>
            </a:r>
            <a:endParaRPr lang="en-US" sz="1400" dirty="0"/>
          </a:p>
          <a:p>
            <a:pPr algn="ctr" indent="0" marL="0">
              <a:spcAft>
                <a:spcPts val="200"/>
              </a:spcAft>
              <a:buNone/>
            </a:pPr>
            <a:r>
              <a:rPr lang="en-US" sz="1400" dirty="0">
                <a:solidFill>
                  <a:srgbClr val="34495E"/>
                </a:solidFill>
                <a:latin typeface="Malgun Gothic" pitchFamily="34" charset="0"/>
                <a:ea typeface="Malgun Gothic" pitchFamily="34" charset="-122"/>
                <a:cs typeface="Malgun Gothic" pitchFamily="34" charset="-120"/>
              </a:rPr>
              <a:t>참새</a:t>
            </a:r>
            <a:endParaRPr lang="en-US" sz="1400" dirty="0"/>
          </a:p>
        </p:txBody>
      </p:sp>
      <p:sp>
        <p:nvSpPr>
          <p:cNvPr id="38" name="Text 36"/>
          <p:cNvSpPr txBox="1"/>
          <p:nvPr/>
        </p:nvSpPr>
        <p:spPr>
          <a:xfrm>
            <a:off x="457200" y="4645152"/>
            <a:ext cx="8229600" cy="274320"/>
          </a:xfrm>
          <a:prstGeom prst="rect">
            <a:avLst/>
          </a:prstGeom>
          <a:noFill/>
          <a:ln/>
        </p:spPr>
        <p:txBody>
          <a:bodyPr wrap="square" lIns="0" tIns="0" rIns="0" bIns="0" rtlCol="0" anchor="ctr"/>
          <a:lstStyle/>
          <a:p>
            <a:pPr indent="0" marL="0">
              <a:buNone/>
            </a:pPr>
            <a:r>
              <a:rPr lang="en-US" sz="1400" dirty="0">
                <a:solidFill>
                  <a:srgbClr val="6B7B8C"/>
                </a:solidFill>
                <a:latin typeface="Malgun Gothic" pitchFamily="34" charset="0"/>
                <a:ea typeface="Malgun Gothic" pitchFamily="34" charset="-122"/>
                <a:cs typeface="Malgun Gothic" pitchFamily="34" charset="-120"/>
              </a:rPr>
              <a:t>각 목 폴더 = 목 문서(○○목.md) + 종별 문서</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400" b="1" dirty="0">
                <a:solidFill>
                  <a:srgbClr val="34495E"/>
                </a:solidFill>
                <a:latin typeface="Malgun Gothic" pitchFamily="34" charset="0"/>
                <a:ea typeface="Malgun Gothic" pitchFamily="34" charset="-122"/>
                <a:cs typeface="Malgun Gothic" pitchFamily="34" charset="-120"/>
              </a:rPr>
              <a:t>README</a:t>
            </a:r>
            <a:endParaRPr lang="en-US" sz="3400" dirty="0"/>
          </a:p>
        </p:txBody>
      </p:sp>
      <p:sp>
        <p:nvSpPr>
          <p:cNvPr id="3" name="Text 1"/>
          <p:cNvSpPr txBox="1"/>
          <p:nvPr/>
        </p:nvSpPr>
        <p:spPr>
          <a:xfrm>
            <a:off x="457200" y="914400"/>
            <a:ext cx="8229600" cy="320040"/>
          </a:xfrm>
          <a:prstGeom prst="rect">
            <a:avLst/>
          </a:prstGeom>
          <a:noFill/>
          <a:ln/>
        </p:spPr>
        <p:txBody>
          <a:bodyPr wrap="square" lIns="0" tIns="0" rIns="0" bIns="0" rtlCol="0" anchor="ctr"/>
          <a:lstStyle/>
          <a:p>
            <a:pPr indent="0" marL="0">
              <a:buNone/>
            </a:pPr>
            <a:r>
              <a:rPr lang="en-US" sz="1400" dirty="0">
                <a:solidFill>
                  <a:srgbClr val="6B7B8C"/>
                </a:solidFill>
                <a:latin typeface="Malgun Gothic" pitchFamily="34" charset="0"/>
                <a:ea typeface="Malgun Gothic" pitchFamily="34" charset="-122"/>
                <a:cs typeface="Malgun Gothic" pitchFamily="34" charset="-120"/>
              </a:rPr>
              <a:t>저장소 첫 화면에서 프로젝트의 개요, 구조, 규칙을 한눈에 볼 수 있습니다</a:t>
            </a:r>
            <a:endParaRPr lang="en-US" sz="1400" dirty="0"/>
          </a:p>
        </p:txBody>
      </p:sp>
      <p:sp>
        <p:nvSpPr>
          <p:cNvPr id="4" name="Shape 2"/>
          <p:cNvSpPr/>
          <p:nvPr/>
        </p:nvSpPr>
        <p:spPr>
          <a:xfrm>
            <a:off x="457200" y="1417320"/>
            <a:ext cx="5029200" cy="3291840"/>
          </a:xfrm>
          <a:prstGeom prst="roundRect">
            <a:avLst>
              <a:gd name="adj" fmla="val 3333"/>
            </a:avLst>
          </a:prstGeom>
          <a:solidFill>
            <a:srgbClr val="FFFFFF"/>
          </a:solidFill>
          <a:ln w="12700">
            <a:solidFill>
              <a:srgbClr val="D5E3EE"/>
            </a:solidFill>
            <a:prstDash val="solid"/>
          </a:ln>
        </p:spPr>
      </p:sp>
      <p:sp>
        <p:nvSpPr>
          <p:cNvPr id="5" name="Text 3"/>
          <p:cNvSpPr txBox="1"/>
          <p:nvPr/>
        </p:nvSpPr>
        <p:spPr>
          <a:xfrm>
            <a:off x="685800" y="1536192"/>
            <a:ext cx="2743200" cy="274320"/>
          </a:xfrm>
          <a:prstGeom prst="rect">
            <a:avLst/>
          </a:prstGeom>
          <a:noFill/>
          <a:ln/>
        </p:spPr>
        <p:txBody>
          <a:bodyPr wrap="square" lIns="0" tIns="0" rIns="0" bIns="0" rtlCol="0" anchor="ctr"/>
          <a:lstStyle/>
          <a:p>
            <a:pPr indent="0" marL="0">
              <a:buNone/>
            </a:pPr>
            <a:r>
              <a:rPr lang="en-US" sz="1400" b="1" dirty="0">
                <a:solidFill>
                  <a:srgbClr val="6B7B8C"/>
                </a:solidFill>
                <a:latin typeface="Malgun Gothic" pitchFamily="34" charset="0"/>
                <a:ea typeface="Malgun Gothic" pitchFamily="34" charset="-122"/>
                <a:cs typeface="Malgun Gothic" pitchFamily="34" charset="-120"/>
              </a:rPr>
              <a:t>README.md</a:t>
            </a:r>
            <a:endParaRPr lang="en-US" sz="1400" dirty="0"/>
          </a:p>
        </p:txBody>
      </p:sp>
      <p:sp>
        <p:nvSpPr>
          <p:cNvPr id="6" name="Shape 4"/>
          <p:cNvSpPr/>
          <p:nvPr/>
        </p:nvSpPr>
        <p:spPr>
          <a:xfrm>
            <a:off x="731520" y="1920240"/>
            <a:ext cx="256032" cy="256032"/>
          </a:xfrm>
          <a:prstGeom prst="ellipse">
            <a:avLst/>
          </a:prstGeom>
          <a:solidFill>
            <a:srgbClr val="1B3A6B"/>
          </a:solidFill>
          <a:ln w="12700">
            <a:solidFill>
              <a:srgbClr val="1B3A6B"/>
            </a:solidFill>
            <a:prstDash val="solid"/>
          </a:ln>
        </p:spPr>
      </p:sp>
      <p:sp>
        <p:nvSpPr>
          <p:cNvPr id="7" name="Text 5"/>
          <p:cNvSpPr txBox="1"/>
          <p:nvPr/>
        </p:nvSpPr>
        <p:spPr>
          <a:xfrm>
            <a:off x="731520" y="1920240"/>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1</a:t>
            </a:r>
            <a:endParaRPr lang="en-US" sz="1200" dirty="0"/>
          </a:p>
        </p:txBody>
      </p:sp>
      <p:sp>
        <p:nvSpPr>
          <p:cNvPr id="8" name="Text 6"/>
          <p:cNvSpPr txBox="1"/>
          <p:nvPr/>
        </p:nvSpPr>
        <p:spPr>
          <a:xfrm>
            <a:off x="1143000" y="1901952"/>
            <a:ext cx="4023360" cy="310896"/>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개요</a:t>
            </a:r>
            <a:endParaRPr lang="en-US" sz="1400" dirty="0"/>
          </a:p>
        </p:txBody>
      </p:sp>
      <p:sp>
        <p:nvSpPr>
          <p:cNvPr id="9" name="Shape 7"/>
          <p:cNvSpPr/>
          <p:nvPr/>
        </p:nvSpPr>
        <p:spPr>
          <a:xfrm>
            <a:off x="731520" y="2313432"/>
            <a:ext cx="256032" cy="256032"/>
          </a:xfrm>
          <a:prstGeom prst="ellipse">
            <a:avLst/>
          </a:prstGeom>
          <a:solidFill>
            <a:srgbClr val="1B3A6B"/>
          </a:solidFill>
          <a:ln w="12700">
            <a:solidFill>
              <a:srgbClr val="1B3A6B"/>
            </a:solidFill>
            <a:prstDash val="solid"/>
          </a:ln>
        </p:spPr>
      </p:sp>
      <p:sp>
        <p:nvSpPr>
          <p:cNvPr id="10" name="Text 8"/>
          <p:cNvSpPr txBox="1"/>
          <p:nvPr/>
        </p:nvSpPr>
        <p:spPr>
          <a:xfrm>
            <a:off x="731520" y="2313432"/>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2</a:t>
            </a:r>
            <a:endParaRPr lang="en-US" sz="1200" dirty="0"/>
          </a:p>
        </p:txBody>
      </p:sp>
      <p:sp>
        <p:nvSpPr>
          <p:cNvPr id="11" name="Text 9"/>
          <p:cNvSpPr txBox="1"/>
          <p:nvPr/>
        </p:nvSpPr>
        <p:spPr>
          <a:xfrm>
            <a:off x="1143000" y="2295144"/>
            <a:ext cx="4023360" cy="310896"/>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구조 (mermaid 다이어그램)</a:t>
            </a:r>
            <a:endParaRPr lang="en-US" sz="1400" dirty="0"/>
          </a:p>
        </p:txBody>
      </p:sp>
      <p:sp>
        <p:nvSpPr>
          <p:cNvPr id="12" name="Shape 10"/>
          <p:cNvSpPr/>
          <p:nvPr/>
        </p:nvSpPr>
        <p:spPr>
          <a:xfrm>
            <a:off x="731520" y="2706624"/>
            <a:ext cx="256032" cy="256032"/>
          </a:xfrm>
          <a:prstGeom prst="ellipse">
            <a:avLst/>
          </a:prstGeom>
          <a:solidFill>
            <a:srgbClr val="1B3A6B"/>
          </a:solidFill>
          <a:ln w="12700">
            <a:solidFill>
              <a:srgbClr val="1B3A6B"/>
            </a:solidFill>
            <a:prstDash val="solid"/>
          </a:ln>
        </p:spPr>
      </p:sp>
      <p:sp>
        <p:nvSpPr>
          <p:cNvPr id="13" name="Text 11"/>
          <p:cNvSpPr txBox="1"/>
          <p:nvPr/>
        </p:nvSpPr>
        <p:spPr>
          <a:xfrm>
            <a:off x="731520" y="2706624"/>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3</a:t>
            </a:r>
            <a:endParaRPr lang="en-US" sz="1200" dirty="0"/>
          </a:p>
        </p:txBody>
      </p:sp>
      <p:sp>
        <p:nvSpPr>
          <p:cNvPr id="14" name="Text 12"/>
          <p:cNvSpPr txBox="1"/>
          <p:nvPr/>
        </p:nvSpPr>
        <p:spPr>
          <a:xfrm>
            <a:off x="1143000" y="2688336"/>
            <a:ext cx="4023360" cy="310896"/>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목차 (목, 학명, 수록 종)</a:t>
            </a:r>
            <a:endParaRPr lang="en-US" sz="1400" dirty="0"/>
          </a:p>
        </p:txBody>
      </p:sp>
      <p:sp>
        <p:nvSpPr>
          <p:cNvPr id="15" name="Shape 13"/>
          <p:cNvSpPr/>
          <p:nvPr/>
        </p:nvSpPr>
        <p:spPr>
          <a:xfrm>
            <a:off x="594360" y="3054096"/>
            <a:ext cx="4754880" cy="365760"/>
          </a:xfrm>
          <a:prstGeom prst="roundRect">
            <a:avLst>
              <a:gd name="adj" fmla="val 30000"/>
            </a:avLst>
          </a:prstGeom>
          <a:solidFill>
            <a:srgbClr val="F1F6FA"/>
          </a:solidFill>
          <a:ln w="12700">
            <a:solidFill>
              <a:srgbClr val="F1F6FA"/>
            </a:solidFill>
            <a:prstDash val="solid"/>
          </a:ln>
        </p:spPr>
      </p:sp>
      <p:sp>
        <p:nvSpPr>
          <p:cNvPr id="16" name="Shape 14"/>
          <p:cNvSpPr/>
          <p:nvPr/>
        </p:nvSpPr>
        <p:spPr>
          <a:xfrm>
            <a:off x="731520" y="3099816"/>
            <a:ext cx="256032" cy="256032"/>
          </a:xfrm>
          <a:prstGeom prst="ellipse">
            <a:avLst/>
          </a:prstGeom>
          <a:solidFill>
            <a:srgbClr val="1B3A6B"/>
          </a:solidFill>
          <a:ln w="12700">
            <a:solidFill>
              <a:srgbClr val="1B3A6B"/>
            </a:solidFill>
            <a:prstDash val="solid"/>
          </a:ln>
        </p:spPr>
      </p:sp>
      <p:sp>
        <p:nvSpPr>
          <p:cNvPr id="17" name="Text 15"/>
          <p:cNvSpPr txBox="1"/>
          <p:nvPr/>
        </p:nvSpPr>
        <p:spPr>
          <a:xfrm>
            <a:off x="731520" y="3099816"/>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4</a:t>
            </a:r>
            <a:endParaRPr lang="en-US" sz="1200" dirty="0"/>
          </a:p>
        </p:txBody>
      </p:sp>
      <p:sp>
        <p:nvSpPr>
          <p:cNvPr id="18" name="Text 16"/>
          <p:cNvSpPr txBox="1"/>
          <p:nvPr/>
        </p:nvSpPr>
        <p:spPr>
          <a:xfrm>
            <a:off x="1143000" y="3081528"/>
            <a:ext cx="4023360" cy="310896"/>
          </a:xfrm>
          <a:prstGeom prst="rect">
            <a:avLst/>
          </a:prstGeom>
          <a:noFill/>
          <a:ln/>
        </p:spPr>
        <p:txBody>
          <a:bodyPr wrap="square" lIns="0" tIns="0" rIns="0" bIns="0" rtlCol="0" anchor="ctr"/>
          <a:lstStyle/>
          <a:p>
            <a:pPr indent="0" marL="0">
              <a:buNone/>
            </a:pPr>
            <a:r>
              <a:rPr lang="en-US" sz="1400" b="1" dirty="0">
                <a:solidFill>
                  <a:srgbClr val="34495E"/>
                </a:solidFill>
                <a:latin typeface="Malgun Gothic" pitchFamily="34" charset="0"/>
                <a:ea typeface="Malgun Gothic" pitchFamily="34" charset="-122"/>
                <a:cs typeface="Malgun Gothic" pitchFamily="34" charset="-120"/>
              </a:rPr>
              <a:t>문서 작성 규칙</a:t>
            </a:r>
            <a:endParaRPr lang="en-US" sz="1400" dirty="0"/>
          </a:p>
        </p:txBody>
      </p:sp>
      <p:sp>
        <p:nvSpPr>
          <p:cNvPr id="19" name="Shape 17"/>
          <p:cNvSpPr/>
          <p:nvPr/>
        </p:nvSpPr>
        <p:spPr>
          <a:xfrm>
            <a:off x="594360" y="3447288"/>
            <a:ext cx="4754880" cy="365760"/>
          </a:xfrm>
          <a:prstGeom prst="roundRect">
            <a:avLst>
              <a:gd name="adj" fmla="val 30000"/>
            </a:avLst>
          </a:prstGeom>
          <a:solidFill>
            <a:srgbClr val="F1F6FA"/>
          </a:solidFill>
          <a:ln w="12700">
            <a:solidFill>
              <a:srgbClr val="F1F6FA"/>
            </a:solidFill>
            <a:prstDash val="solid"/>
          </a:ln>
        </p:spPr>
      </p:sp>
      <p:sp>
        <p:nvSpPr>
          <p:cNvPr id="20" name="Shape 18"/>
          <p:cNvSpPr/>
          <p:nvPr/>
        </p:nvSpPr>
        <p:spPr>
          <a:xfrm>
            <a:off x="731520" y="3493008"/>
            <a:ext cx="256032" cy="256032"/>
          </a:xfrm>
          <a:prstGeom prst="ellipse">
            <a:avLst/>
          </a:prstGeom>
          <a:solidFill>
            <a:srgbClr val="1B3A6B"/>
          </a:solidFill>
          <a:ln w="12700">
            <a:solidFill>
              <a:srgbClr val="1B3A6B"/>
            </a:solidFill>
            <a:prstDash val="solid"/>
          </a:ln>
        </p:spPr>
      </p:sp>
      <p:sp>
        <p:nvSpPr>
          <p:cNvPr id="21" name="Text 19"/>
          <p:cNvSpPr txBox="1"/>
          <p:nvPr/>
        </p:nvSpPr>
        <p:spPr>
          <a:xfrm>
            <a:off x="731520" y="3493008"/>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5</a:t>
            </a:r>
            <a:endParaRPr lang="en-US" sz="1200" dirty="0"/>
          </a:p>
        </p:txBody>
      </p:sp>
      <p:sp>
        <p:nvSpPr>
          <p:cNvPr id="22" name="Text 20"/>
          <p:cNvSpPr txBox="1"/>
          <p:nvPr/>
        </p:nvSpPr>
        <p:spPr>
          <a:xfrm>
            <a:off x="1143000" y="3474720"/>
            <a:ext cx="4023360" cy="310896"/>
          </a:xfrm>
          <a:prstGeom prst="rect">
            <a:avLst/>
          </a:prstGeom>
          <a:noFill/>
          <a:ln/>
        </p:spPr>
        <p:txBody>
          <a:bodyPr wrap="square" lIns="0" tIns="0" rIns="0" bIns="0" rtlCol="0" anchor="ctr"/>
          <a:lstStyle/>
          <a:p>
            <a:pPr indent="0" marL="0">
              <a:buNone/>
            </a:pPr>
            <a:r>
              <a:rPr lang="en-US" sz="1400" b="1" dirty="0">
                <a:solidFill>
                  <a:srgbClr val="34495E"/>
                </a:solidFill>
                <a:latin typeface="Malgun Gothic" pitchFamily="34" charset="0"/>
                <a:ea typeface="Malgun Gothic" pitchFamily="34" charset="-122"/>
                <a:cs typeface="Malgun Gothic" pitchFamily="34" charset="-120"/>
              </a:rPr>
              <a:t>기여 방법</a:t>
            </a:r>
            <a:endParaRPr lang="en-US" sz="1400" dirty="0"/>
          </a:p>
        </p:txBody>
      </p:sp>
      <p:sp>
        <p:nvSpPr>
          <p:cNvPr id="23" name="Shape 21"/>
          <p:cNvSpPr/>
          <p:nvPr/>
        </p:nvSpPr>
        <p:spPr>
          <a:xfrm>
            <a:off x="731520" y="3886200"/>
            <a:ext cx="256032" cy="256032"/>
          </a:xfrm>
          <a:prstGeom prst="ellipse">
            <a:avLst/>
          </a:prstGeom>
          <a:solidFill>
            <a:srgbClr val="1B3A6B"/>
          </a:solidFill>
          <a:ln w="12700">
            <a:solidFill>
              <a:srgbClr val="1B3A6B"/>
            </a:solidFill>
            <a:prstDash val="solid"/>
          </a:ln>
        </p:spPr>
      </p:sp>
      <p:sp>
        <p:nvSpPr>
          <p:cNvPr id="24" name="Text 22"/>
          <p:cNvSpPr txBox="1"/>
          <p:nvPr/>
        </p:nvSpPr>
        <p:spPr>
          <a:xfrm>
            <a:off x="731520" y="3886200"/>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6</a:t>
            </a:r>
            <a:endParaRPr lang="en-US" sz="1200" dirty="0"/>
          </a:p>
        </p:txBody>
      </p:sp>
      <p:sp>
        <p:nvSpPr>
          <p:cNvPr id="25" name="Text 23"/>
          <p:cNvSpPr txBox="1"/>
          <p:nvPr/>
        </p:nvSpPr>
        <p:spPr>
          <a:xfrm>
            <a:off x="1143000" y="3867912"/>
            <a:ext cx="4023360" cy="310896"/>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Contributor</a:t>
            </a:r>
            <a:endParaRPr lang="en-US" sz="1400" dirty="0"/>
          </a:p>
        </p:txBody>
      </p:sp>
      <p:sp>
        <p:nvSpPr>
          <p:cNvPr id="26" name="Shape 24"/>
          <p:cNvSpPr/>
          <p:nvPr/>
        </p:nvSpPr>
        <p:spPr>
          <a:xfrm>
            <a:off x="731520" y="4279392"/>
            <a:ext cx="256032" cy="256032"/>
          </a:xfrm>
          <a:prstGeom prst="ellipse">
            <a:avLst/>
          </a:prstGeom>
          <a:solidFill>
            <a:srgbClr val="1B3A6B"/>
          </a:solidFill>
          <a:ln w="12700">
            <a:solidFill>
              <a:srgbClr val="1B3A6B"/>
            </a:solidFill>
            <a:prstDash val="solid"/>
          </a:ln>
        </p:spPr>
      </p:sp>
      <p:sp>
        <p:nvSpPr>
          <p:cNvPr id="27" name="Text 25"/>
          <p:cNvSpPr txBox="1"/>
          <p:nvPr/>
        </p:nvSpPr>
        <p:spPr>
          <a:xfrm>
            <a:off x="731520" y="4279392"/>
            <a:ext cx="25603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7</a:t>
            </a:r>
            <a:endParaRPr lang="en-US" sz="1200" dirty="0"/>
          </a:p>
        </p:txBody>
      </p:sp>
      <p:sp>
        <p:nvSpPr>
          <p:cNvPr id="28" name="Text 26"/>
          <p:cNvSpPr txBox="1"/>
          <p:nvPr/>
        </p:nvSpPr>
        <p:spPr>
          <a:xfrm>
            <a:off x="1143000" y="4261104"/>
            <a:ext cx="4023360" cy="310896"/>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출처 및 라이선스</a:t>
            </a:r>
            <a:endParaRPr lang="en-US" sz="1400" dirty="0"/>
          </a:p>
        </p:txBody>
      </p:sp>
      <p:sp>
        <p:nvSpPr>
          <p:cNvPr id="29" name="Shape 27"/>
          <p:cNvSpPr/>
          <p:nvPr/>
        </p:nvSpPr>
        <p:spPr>
          <a:xfrm>
            <a:off x="5760720" y="1417320"/>
            <a:ext cx="2926080" cy="3291840"/>
          </a:xfrm>
          <a:prstGeom prst="roundRect">
            <a:avLst>
              <a:gd name="adj" fmla="val 3750"/>
            </a:avLst>
          </a:prstGeom>
          <a:solidFill>
            <a:srgbClr val="F1F6FA"/>
          </a:solidFill>
          <a:ln w="12700">
            <a:solidFill>
              <a:srgbClr val="F1F6FA"/>
            </a:solidFill>
            <a:prstDash val="solid"/>
          </a:ln>
        </p:spPr>
      </p:sp>
      <p:sp>
        <p:nvSpPr>
          <p:cNvPr id="30" name="Text 28"/>
          <p:cNvSpPr txBox="1"/>
          <p:nvPr/>
        </p:nvSpPr>
        <p:spPr>
          <a:xfrm>
            <a:off x="5989320" y="1572768"/>
            <a:ext cx="2468880" cy="320040"/>
          </a:xfrm>
          <a:prstGeom prst="rect">
            <a:avLst/>
          </a:prstGeom>
          <a:noFill/>
          <a:ln/>
        </p:spPr>
        <p:txBody>
          <a:bodyPr wrap="square" lIns="0" tIns="0" rIns="0" bIns="0" rtlCol="0" anchor="ctr"/>
          <a:lstStyle/>
          <a:p>
            <a:pPr indent="0" marL="0">
              <a:buNone/>
            </a:pPr>
            <a:r>
              <a:rPr lang="en-US" sz="1600" b="1" dirty="0">
                <a:solidFill>
                  <a:srgbClr val="1B3A6B"/>
                </a:solidFill>
                <a:latin typeface="Malgun Gothic" pitchFamily="34" charset="0"/>
                <a:ea typeface="Malgun Gothic" pitchFamily="34" charset="-122"/>
                <a:cs typeface="Malgun Gothic" pitchFamily="34" charset="-120"/>
              </a:rPr>
              <a:t>파일 구성 규칙</a:t>
            </a:r>
            <a:endParaRPr lang="en-US" sz="1600" dirty="0"/>
          </a:p>
        </p:txBody>
      </p:sp>
      <p:sp>
        <p:nvSpPr>
          <p:cNvPr id="31" name="Text 29"/>
          <p:cNvSpPr txBox="1"/>
          <p:nvPr/>
        </p:nvSpPr>
        <p:spPr>
          <a:xfrm>
            <a:off x="5989320" y="2057400"/>
            <a:ext cx="2468880" cy="1188720"/>
          </a:xfrm>
          <a:prstGeom prst="rect">
            <a:avLst/>
          </a:prstGeom>
          <a:noFill/>
          <a:ln/>
        </p:spPr>
        <p:txBody>
          <a:bodyPr wrap="square" lIns="0" tIns="0" rIns="0" bIns="0" rtlCol="0" anchor="ctr"/>
          <a:lstStyle/>
          <a:p>
            <a:pPr indent="0" marL="0">
              <a:spcAft>
                <a:spcPts val="400"/>
              </a:spcAft>
              <a:buNone/>
            </a:pPr>
            <a:r>
              <a:rPr lang="en-US" sz="1400" dirty="0">
                <a:solidFill>
                  <a:srgbClr val="34495E"/>
                </a:solidFill>
                <a:latin typeface="Consolas" pitchFamily="34" charset="0"/>
                <a:ea typeface="Consolas" pitchFamily="34" charset="-122"/>
                <a:cs typeface="Consolas" pitchFamily="34" charset="-120"/>
              </a:rPr>
              <a:t>○○목/</a:t>
            </a:r>
            <a:endParaRPr lang="en-US" sz="1400" dirty="0"/>
          </a:p>
          <a:p>
            <a:pPr indent="0" marL="0">
              <a:spcAft>
                <a:spcPts val="400"/>
              </a:spcAft>
              <a:buNone/>
            </a:pPr>
            <a:r>
              <a:rPr lang="en-US" sz="1400" dirty="0">
                <a:solidFill>
                  <a:srgbClr val="34495E"/>
                </a:solidFill>
                <a:latin typeface="Consolas" pitchFamily="34" charset="0"/>
                <a:ea typeface="Consolas" pitchFamily="34" charset="-122"/>
                <a:cs typeface="Consolas" pitchFamily="34" charset="-120"/>
              </a:rPr>
              <a:t>├ ○○목.md</a:t>
            </a:r>
            <a:endParaRPr lang="en-US" sz="1400" dirty="0"/>
          </a:p>
          <a:p>
            <a:pPr indent="0" marL="0">
              <a:spcAft>
                <a:spcPts val="400"/>
              </a:spcAft>
              <a:buNone/>
            </a:pPr>
            <a:r>
              <a:rPr lang="en-US" sz="1400" dirty="0">
                <a:solidFill>
                  <a:srgbClr val="34495E"/>
                </a:solidFill>
                <a:latin typeface="Consolas" pitchFamily="34" charset="0"/>
                <a:ea typeface="Consolas" pitchFamily="34" charset="-122"/>
                <a:cs typeface="Consolas" pitchFamily="34" charset="-120"/>
              </a:rPr>
              <a:t>├ 종이름.md</a:t>
            </a:r>
            <a:endParaRPr lang="en-US" sz="1400" dirty="0"/>
          </a:p>
          <a:p>
            <a:pPr indent="0" marL="0">
              <a:spcAft>
                <a:spcPts val="400"/>
              </a:spcAft>
              <a:buNone/>
            </a:pPr>
            <a:r>
              <a:rPr lang="en-US" sz="1400" dirty="0">
                <a:solidFill>
                  <a:srgbClr val="34495E"/>
                </a:solidFill>
                <a:latin typeface="Consolas" pitchFamily="34" charset="0"/>
                <a:ea typeface="Consolas" pitchFamily="34" charset="-122"/>
                <a:cs typeface="Consolas" pitchFamily="34" charset="-120"/>
              </a:rPr>
              <a:t>└ 종이름.png</a:t>
            </a:r>
            <a:endParaRPr lang="en-US" sz="1400" dirty="0"/>
          </a:p>
        </p:txBody>
      </p:sp>
      <p:sp>
        <p:nvSpPr>
          <p:cNvPr id="32" name="Text 30"/>
          <p:cNvSpPr txBox="1"/>
          <p:nvPr/>
        </p:nvSpPr>
        <p:spPr>
          <a:xfrm>
            <a:off x="5989320" y="3520440"/>
            <a:ext cx="2468880" cy="914400"/>
          </a:xfrm>
          <a:prstGeom prst="rect">
            <a:avLst/>
          </a:prstGeom>
          <a:noFill/>
          <a:ln/>
        </p:spPr>
        <p:txBody>
          <a:bodyPr wrap="square" lIns="0" tIns="0" rIns="0" bIns="0" rtlCol="0" anchor="t"/>
          <a:lstStyle/>
          <a:p>
            <a:pPr indent="0" marL="0">
              <a:buNone/>
            </a:pPr>
            <a:r>
              <a:rPr lang="en-US" sz="1400" dirty="0">
                <a:solidFill>
                  <a:srgbClr val="6B7B8C"/>
                </a:solidFill>
                <a:latin typeface="Malgun Gothic" pitchFamily="34" charset="0"/>
                <a:ea typeface="Malgun Gothic" pitchFamily="34" charset="-122"/>
                <a:cs typeface="Malgun Gothic" pitchFamily="34" charset="-120"/>
              </a:rPr>
              <a:t>종 문서 템플릿과</a:t>
            </a:r>
            <a:endParaRPr lang="en-US" sz="1400" dirty="0"/>
          </a:p>
          <a:p>
            <a:pPr indent="0" marL="0">
              <a:buNone/>
            </a:pPr>
            <a:r>
              <a:rPr lang="en-US" sz="1400" dirty="0">
                <a:solidFill>
                  <a:srgbClr val="6B7B8C"/>
                </a:solidFill>
                <a:latin typeface="Malgun Gothic" pitchFamily="34" charset="0"/>
                <a:ea typeface="Malgun Gothic" pitchFamily="34" charset="-122"/>
                <a:cs typeface="Malgun Gothic" pitchFamily="34" charset="-120"/>
              </a:rPr>
              <a:t>이미지·출처 표기 규칙도</a:t>
            </a:r>
            <a:endParaRPr lang="en-US" sz="1400" dirty="0"/>
          </a:p>
          <a:p>
            <a:pPr indent="0" marL="0">
              <a:buNone/>
            </a:pPr>
            <a:r>
              <a:rPr lang="en-US" sz="1400" dirty="0">
                <a:solidFill>
                  <a:srgbClr val="6B7B8C"/>
                </a:solidFill>
                <a:latin typeface="Malgun Gothic" pitchFamily="34" charset="0"/>
                <a:ea typeface="Malgun Gothic" pitchFamily="34" charset="-122"/>
                <a:cs typeface="Malgun Gothic" pitchFamily="34" charset="-120"/>
              </a:rPr>
              <a:t> README에 정리</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400" b="1" dirty="0">
                <a:solidFill>
                  <a:srgbClr val="34495E"/>
                </a:solidFill>
                <a:latin typeface="Malgun Gothic" pitchFamily="34" charset="0"/>
                <a:ea typeface="Malgun Gothic" pitchFamily="34" charset="-122"/>
                <a:cs typeface="Malgun Gothic" pitchFamily="34" charset="-120"/>
              </a:rPr>
              <a:t>문서 예시: 흰머리수리</a:t>
            </a:r>
            <a:endParaRPr lang="en-US" sz="3400" dirty="0"/>
          </a:p>
        </p:txBody>
      </p:sp>
      <p:sp>
        <p:nvSpPr>
          <p:cNvPr id="3" name="Text 1"/>
          <p:cNvSpPr txBox="1"/>
          <p:nvPr/>
        </p:nvSpPr>
        <p:spPr>
          <a:xfrm>
            <a:off x="457200" y="914400"/>
            <a:ext cx="8229600" cy="320040"/>
          </a:xfrm>
          <a:prstGeom prst="rect">
            <a:avLst/>
          </a:prstGeom>
          <a:noFill/>
          <a:ln/>
        </p:spPr>
        <p:txBody>
          <a:bodyPr wrap="square" lIns="0" tIns="0" rIns="0" bIns="0" rtlCol="0" anchor="ctr"/>
          <a:lstStyle/>
          <a:p>
            <a:pPr indent="0" marL="0">
              <a:buNone/>
            </a:pPr>
            <a:r>
              <a:rPr lang="en-US" sz="1400" dirty="0">
                <a:solidFill>
                  <a:srgbClr val="6B7B8C"/>
                </a:solidFill>
                <a:latin typeface="Malgun Gothic" pitchFamily="34" charset="0"/>
                <a:ea typeface="Malgun Gothic" pitchFamily="34" charset="-122"/>
                <a:cs typeface="Malgun Gothic" pitchFamily="34" charset="-120"/>
              </a:rPr>
              <a:t>템플릿에 맞춰 작성한 종별 문서 한 편</a:t>
            </a:r>
            <a:endParaRPr lang="en-US" sz="1400" dirty="0"/>
          </a:p>
        </p:txBody>
      </p:sp>
      <p:sp>
        <p:nvSpPr>
          <p:cNvPr id="4" name="Shape 2"/>
          <p:cNvSpPr/>
          <p:nvPr/>
        </p:nvSpPr>
        <p:spPr>
          <a:xfrm>
            <a:off x="457200" y="1417320"/>
            <a:ext cx="4572000" cy="3291840"/>
          </a:xfrm>
          <a:prstGeom prst="roundRect">
            <a:avLst>
              <a:gd name="adj" fmla="val 3333"/>
            </a:avLst>
          </a:prstGeom>
          <a:solidFill>
            <a:srgbClr val="FFFFFF"/>
          </a:solidFill>
          <a:ln w="12700">
            <a:solidFill>
              <a:srgbClr val="D5E3EE"/>
            </a:solidFill>
            <a:prstDash val="solid"/>
          </a:ln>
        </p:spPr>
      </p:sp>
      <p:sp>
        <p:nvSpPr>
          <p:cNvPr id="5" name="Text 3"/>
          <p:cNvSpPr txBox="1"/>
          <p:nvPr/>
        </p:nvSpPr>
        <p:spPr>
          <a:xfrm>
            <a:off x="685800" y="1554480"/>
            <a:ext cx="4114800" cy="365760"/>
          </a:xfrm>
          <a:prstGeom prst="rect">
            <a:avLst/>
          </a:prstGeom>
          <a:noFill/>
          <a:ln/>
        </p:spPr>
        <p:txBody>
          <a:bodyPr wrap="square" lIns="0" tIns="0" rIns="0" bIns="0" rtlCol="0" anchor="ctr"/>
          <a:lstStyle/>
          <a:p>
            <a:pPr indent="0" marL="0">
              <a:buNone/>
            </a:pPr>
            <a:r>
              <a:rPr lang="en-US" sz="1800" b="1" dirty="0">
                <a:solidFill>
                  <a:srgbClr val="34495E"/>
                </a:solidFill>
                <a:latin typeface="Malgun Gothic" pitchFamily="34" charset="0"/>
                <a:ea typeface="Malgun Gothic" pitchFamily="34" charset="-122"/>
                <a:cs typeface="Malgun Gothic" pitchFamily="34" charset="-120"/>
              </a:rPr>
              <a:t>흰머리수리 (Bald Eagle)</a:t>
            </a:r>
            <a:endParaRPr lang="en-US" sz="1800" dirty="0"/>
          </a:p>
        </p:txBody>
      </p:sp>
      <p:sp>
        <p:nvSpPr>
          <p:cNvPr id="6" name="Text 4"/>
          <p:cNvSpPr txBox="1"/>
          <p:nvPr/>
        </p:nvSpPr>
        <p:spPr>
          <a:xfrm>
            <a:off x="685800" y="2011680"/>
            <a:ext cx="4114800" cy="274320"/>
          </a:xfrm>
          <a:prstGeom prst="rect">
            <a:avLst/>
          </a:prstGeom>
          <a:noFill/>
          <a:ln/>
        </p:spPr>
        <p:txBody>
          <a:bodyPr wrap="square" lIns="0" tIns="0" rIns="0" bIns="0" rtlCol="0" anchor="ctr"/>
          <a:lstStyle/>
          <a:p>
            <a:pPr indent="0" marL="0">
              <a:buNone/>
            </a:pPr>
            <a:r>
              <a:rPr lang="en-US" sz="1400" b="1" dirty="0">
                <a:solidFill>
                  <a:srgbClr val="1B3A6B"/>
                </a:solidFill>
                <a:latin typeface="Malgun Gothic" pitchFamily="34" charset="0"/>
                <a:ea typeface="Malgun Gothic" pitchFamily="34" charset="-122"/>
                <a:cs typeface="Malgun Gothic" pitchFamily="34" charset="-120"/>
              </a:rPr>
              <a:t>기본 정보</a:t>
            </a:r>
            <a:endParaRPr lang="en-US" sz="1400" dirty="0"/>
          </a:p>
        </p:txBody>
      </p:sp>
      <p:sp>
        <p:nvSpPr>
          <p:cNvPr id="7" name="Shape 5"/>
          <p:cNvSpPr/>
          <p:nvPr/>
        </p:nvSpPr>
        <p:spPr>
          <a:xfrm>
            <a:off x="685800" y="2331720"/>
            <a:ext cx="4114800" cy="402336"/>
          </a:xfrm>
          <a:prstGeom prst="roundRect">
            <a:avLst>
              <a:gd name="adj" fmla="val 27273"/>
            </a:avLst>
          </a:prstGeom>
          <a:solidFill>
            <a:srgbClr val="F1F6FA"/>
          </a:solidFill>
          <a:ln w="12700">
            <a:solidFill>
              <a:srgbClr val="F1F6FA"/>
            </a:solidFill>
            <a:prstDash val="solid"/>
          </a:ln>
        </p:spPr>
      </p:sp>
      <p:sp>
        <p:nvSpPr>
          <p:cNvPr id="8" name="Text 6"/>
          <p:cNvSpPr txBox="1"/>
          <p:nvPr/>
        </p:nvSpPr>
        <p:spPr>
          <a:xfrm>
            <a:off x="822960" y="2331720"/>
            <a:ext cx="1280160" cy="402336"/>
          </a:xfrm>
          <a:prstGeom prst="rect">
            <a:avLst/>
          </a:prstGeom>
          <a:noFill/>
          <a:ln/>
        </p:spPr>
        <p:txBody>
          <a:bodyPr wrap="square" lIns="0" tIns="0" rIns="0" bIns="0" rtlCol="0" anchor="ctr"/>
          <a:lstStyle/>
          <a:p>
            <a:pPr indent="0" marL="0">
              <a:buNone/>
            </a:pPr>
            <a:r>
              <a:rPr lang="en-US" sz="1400" b="1" dirty="0">
                <a:solidFill>
                  <a:srgbClr val="34495E"/>
                </a:solidFill>
                <a:latin typeface="Malgun Gothic" pitchFamily="34" charset="0"/>
                <a:ea typeface="Malgun Gothic" pitchFamily="34" charset="-122"/>
                <a:cs typeface="Malgun Gothic" pitchFamily="34" charset="-120"/>
              </a:rPr>
              <a:t>학명</a:t>
            </a:r>
            <a:endParaRPr lang="en-US" sz="1400" dirty="0"/>
          </a:p>
        </p:txBody>
      </p:sp>
      <p:sp>
        <p:nvSpPr>
          <p:cNvPr id="9" name="Text 7"/>
          <p:cNvSpPr txBox="1"/>
          <p:nvPr/>
        </p:nvSpPr>
        <p:spPr>
          <a:xfrm>
            <a:off x="2148840" y="2331720"/>
            <a:ext cx="2606040" cy="402336"/>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Haliaeetus leucocephalus</a:t>
            </a:r>
            <a:endParaRPr lang="en-US" sz="1400" dirty="0"/>
          </a:p>
        </p:txBody>
      </p:sp>
      <p:sp>
        <p:nvSpPr>
          <p:cNvPr id="10" name="Shape 8"/>
          <p:cNvSpPr/>
          <p:nvPr/>
        </p:nvSpPr>
        <p:spPr>
          <a:xfrm>
            <a:off x="685800" y="2788920"/>
            <a:ext cx="4114800" cy="402336"/>
          </a:xfrm>
          <a:prstGeom prst="roundRect">
            <a:avLst>
              <a:gd name="adj" fmla="val 27273"/>
            </a:avLst>
          </a:prstGeom>
          <a:solidFill>
            <a:srgbClr val="FFFFFF"/>
          </a:solidFill>
          <a:ln w="12700">
            <a:solidFill>
              <a:srgbClr val="D5E3EE"/>
            </a:solidFill>
            <a:prstDash val="solid"/>
          </a:ln>
        </p:spPr>
      </p:sp>
      <p:sp>
        <p:nvSpPr>
          <p:cNvPr id="11" name="Text 9"/>
          <p:cNvSpPr txBox="1"/>
          <p:nvPr/>
        </p:nvSpPr>
        <p:spPr>
          <a:xfrm>
            <a:off x="822960" y="2788920"/>
            <a:ext cx="1280160" cy="402336"/>
          </a:xfrm>
          <a:prstGeom prst="rect">
            <a:avLst/>
          </a:prstGeom>
          <a:noFill/>
          <a:ln/>
        </p:spPr>
        <p:txBody>
          <a:bodyPr wrap="square" lIns="0" tIns="0" rIns="0" bIns="0" rtlCol="0" anchor="ctr"/>
          <a:lstStyle/>
          <a:p>
            <a:pPr indent="0" marL="0">
              <a:buNone/>
            </a:pPr>
            <a:r>
              <a:rPr lang="en-US" sz="1400" b="1" dirty="0">
                <a:solidFill>
                  <a:srgbClr val="34495E"/>
                </a:solidFill>
                <a:latin typeface="Malgun Gothic" pitchFamily="34" charset="0"/>
                <a:ea typeface="Malgun Gothic" pitchFamily="34" charset="-122"/>
                <a:cs typeface="Malgun Gothic" pitchFamily="34" charset="-120"/>
              </a:rPr>
              <a:t>분류</a:t>
            </a:r>
            <a:endParaRPr lang="en-US" sz="1400" dirty="0"/>
          </a:p>
        </p:txBody>
      </p:sp>
      <p:sp>
        <p:nvSpPr>
          <p:cNvPr id="12" name="Text 10"/>
          <p:cNvSpPr txBox="1"/>
          <p:nvPr/>
        </p:nvSpPr>
        <p:spPr>
          <a:xfrm>
            <a:off x="2148840" y="2788920"/>
            <a:ext cx="2606040" cy="402336"/>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수리목 &gt; 수리과</a:t>
            </a:r>
            <a:endParaRPr lang="en-US" sz="1400" dirty="0"/>
          </a:p>
        </p:txBody>
      </p:sp>
      <p:sp>
        <p:nvSpPr>
          <p:cNvPr id="13" name="Shape 11"/>
          <p:cNvSpPr/>
          <p:nvPr/>
        </p:nvSpPr>
        <p:spPr>
          <a:xfrm>
            <a:off x="685800" y="3246120"/>
            <a:ext cx="4114800" cy="402336"/>
          </a:xfrm>
          <a:prstGeom prst="roundRect">
            <a:avLst>
              <a:gd name="adj" fmla="val 27273"/>
            </a:avLst>
          </a:prstGeom>
          <a:solidFill>
            <a:srgbClr val="F1F6FA"/>
          </a:solidFill>
          <a:ln w="12700">
            <a:solidFill>
              <a:srgbClr val="F1F6FA"/>
            </a:solidFill>
            <a:prstDash val="solid"/>
          </a:ln>
        </p:spPr>
      </p:sp>
      <p:sp>
        <p:nvSpPr>
          <p:cNvPr id="14" name="Text 12"/>
          <p:cNvSpPr txBox="1"/>
          <p:nvPr/>
        </p:nvSpPr>
        <p:spPr>
          <a:xfrm>
            <a:off x="822960" y="3246120"/>
            <a:ext cx="1280160" cy="402336"/>
          </a:xfrm>
          <a:prstGeom prst="rect">
            <a:avLst/>
          </a:prstGeom>
          <a:noFill/>
          <a:ln/>
        </p:spPr>
        <p:txBody>
          <a:bodyPr wrap="square" lIns="0" tIns="0" rIns="0" bIns="0" rtlCol="0" anchor="ctr"/>
          <a:lstStyle/>
          <a:p>
            <a:pPr indent="0" marL="0">
              <a:buNone/>
            </a:pPr>
            <a:r>
              <a:rPr lang="en-US" sz="1400" b="1" dirty="0">
                <a:solidFill>
                  <a:srgbClr val="34495E"/>
                </a:solidFill>
                <a:latin typeface="Malgun Gothic" pitchFamily="34" charset="0"/>
                <a:ea typeface="Malgun Gothic" pitchFamily="34" charset="-122"/>
                <a:cs typeface="Malgun Gothic" pitchFamily="34" charset="-120"/>
              </a:rPr>
              <a:t>날개 편 길이</a:t>
            </a:r>
            <a:endParaRPr lang="en-US" sz="1400" dirty="0"/>
          </a:p>
        </p:txBody>
      </p:sp>
      <p:sp>
        <p:nvSpPr>
          <p:cNvPr id="15" name="Text 13"/>
          <p:cNvSpPr txBox="1"/>
          <p:nvPr/>
        </p:nvSpPr>
        <p:spPr>
          <a:xfrm>
            <a:off x="2148840" y="3246120"/>
            <a:ext cx="2606040" cy="402336"/>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약 1.7~2.4m</a:t>
            </a:r>
            <a:endParaRPr lang="en-US" sz="1400" dirty="0"/>
          </a:p>
        </p:txBody>
      </p:sp>
      <p:sp>
        <p:nvSpPr>
          <p:cNvPr id="16" name="Shape 14"/>
          <p:cNvSpPr/>
          <p:nvPr/>
        </p:nvSpPr>
        <p:spPr>
          <a:xfrm>
            <a:off x="685800" y="3703320"/>
            <a:ext cx="4114800" cy="402336"/>
          </a:xfrm>
          <a:prstGeom prst="roundRect">
            <a:avLst>
              <a:gd name="adj" fmla="val 27273"/>
            </a:avLst>
          </a:prstGeom>
          <a:solidFill>
            <a:srgbClr val="FFFFFF"/>
          </a:solidFill>
          <a:ln w="12700">
            <a:solidFill>
              <a:srgbClr val="D5E3EE"/>
            </a:solidFill>
            <a:prstDash val="solid"/>
          </a:ln>
        </p:spPr>
      </p:sp>
      <p:sp>
        <p:nvSpPr>
          <p:cNvPr id="17" name="Text 15"/>
          <p:cNvSpPr txBox="1"/>
          <p:nvPr/>
        </p:nvSpPr>
        <p:spPr>
          <a:xfrm>
            <a:off x="822960" y="3703320"/>
            <a:ext cx="1280160" cy="402336"/>
          </a:xfrm>
          <a:prstGeom prst="rect">
            <a:avLst/>
          </a:prstGeom>
          <a:noFill/>
          <a:ln/>
        </p:spPr>
        <p:txBody>
          <a:bodyPr wrap="square" lIns="0" tIns="0" rIns="0" bIns="0" rtlCol="0" anchor="ctr"/>
          <a:lstStyle/>
          <a:p>
            <a:pPr indent="0" marL="0">
              <a:buNone/>
            </a:pPr>
            <a:r>
              <a:rPr lang="en-US" sz="1400" b="1" dirty="0">
                <a:solidFill>
                  <a:srgbClr val="34495E"/>
                </a:solidFill>
                <a:latin typeface="Malgun Gothic" pitchFamily="34" charset="0"/>
                <a:ea typeface="Malgun Gothic" pitchFamily="34" charset="-122"/>
                <a:cs typeface="Malgun Gothic" pitchFamily="34" charset="-120"/>
              </a:rPr>
              <a:t>분포</a:t>
            </a:r>
            <a:endParaRPr lang="en-US" sz="1400" dirty="0"/>
          </a:p>
        </p:txBody>
      </p:sp>
      <p:sp>
        <p:nvSpPr>
          <p:cNvPr id="18" name="Text 16"/>
          <p:cNvSpPr txBox="1"/>
          <p:nvPr/>
        </p:nvSpPr>
        <p:spPr>
          <a:xfrm>
            <a:off x="2148840" y="3703320"/>
            <a:ext cx="2606040" cy="402336"/>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북아메리카</a:t>
            </a:r>
            <a:endParaRPr lang="en-US" sz="1400" dirty="0"/>
          </a:p>
        </p:txBody>
      </p:sp>
      <p:sp>
        <p:nvSpPr>
          <p:cNvPr id="19" name="Shape 17"/>
          <p:cNvSpPr/>
          <p:nvPr/>
        </p:nvSpPr>
        <p:spPr>
          <a:xfrm>
            <a:off x="685800" y="4160520"/>
            <a:ext cx="4114800" cy="402336"/>
          </a:xfrm>
          <a:prstGeom prst="roundRect">
            <a:avLst>
              <a:gd name="adj" fmla="val 27273"/>
            </a:avLst>
          </a:prstGeom>
          <a:solidFill>
            <a:srgbClr val="F1F6FA"/>
          </a:solidFill>
          <a:ln w="12700">
            <a:solidFill>
              <a:srgbClr val="F1F6FA"/>
            </a:solidFill>
            <a:prstDash val="solid"/>
          </a:ln>
        </p:spPr>
      </p:sp>
      <p:sp>
        <p:nvSpPr>
          <p:cNvPr id="20" name="Text 18"/>
          <p:cNvSpPr txBox="1"/>
          <p:nvPr/>
        </p:nvSpPr>
        <p:spPr>
          <a:xfrm>
            <a:off x="822960" y="4160520"/>
            <a:ext cx="1280160" cy="402336"/>
          </a:xfrm>
          <a:prstGeom prst="rect">
            <a:avLst/>
          </a:prstGeom>
          <a:noFill/>
          <a:ln/>
        </p:spPr>
        <p:txBody>
          <a:bodyPr wrap="square" lIns="0" tIns="0" rIns="0" bIns="0" rtlCol="0" anchor="ctr"/>
          <a:lstStyle/>
          <a:p>
            <a:pPr indent="0" marL="0">
              <a:buNone/>
            </a:pPr>
            <a:r>
              <a:rPr lang="en-US" sz="1400" b="1" dirty="0">
                <a:solidFill>
                  <a:srgbClr val="34495E"/>
                </a:solidFill>
                <a:latin typeface="Malgun Gothic" pitchFamily="34" charset="0"/>
                <a:ea typeface="Malgun Gothic" pitchFamily="34" charset="-122"/>
                <a:cs typeface="Malgun Gothic" pitchFamily="34" charset="-120"/>
              </a:rPr>
              <a:t>IUCN 등급</a:t>
            </a:r>
            <a:endParaRPr lang="en-US" sz="1400" dirty="0"/>
          </a:p>
        </p:txBody>
      </p:sp>
      <p:sp>
        <p:nvSpPr>
          <p:cNvPr id="21" name="Text 19"/>
          <p:cNvSpPr txBox="1"/>
          <p:nvPr/>
        </p:nvSpPr>
        <p:spPr>
          <a:xfrm>
            <a:off x="2148840" y="4160520"/>
            <a:ext cx="2606040" cy="402336"/>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최소관심(LC)</a:t>
            </a:r>
            <a:endParaRPr lang="en-US" sz="1400" dirty="0"/>
          </a:p>
        </p:txBody>
      </p:sp>
      <p:sp>
        <p:nvSpPr>
          <p:cNvPr id="22" name="Text 20"/>
          <p:cNvSpPr txBox="1"/>
          <p:nvPr/>
        </p:nvSpPr>
        <p:spPr>
          <a:xfrm>
            <a:off x="5349240" y="1417320"/>
            <a:ext cx="3291840" cy="320040"/>
          </a:xfrm>
          <a:prstGeom prst="rect">
            <a:avLst/>
          </a:prstGeom>
          <a:noFill/>
          <a:ln/>
        </p:spPr>
        <p:txBody>
          <a:bodyPr wrap="square" lIns="0" tIns="0" rIns="0" bIns="0" rtlCol="0" anchor="ctr"/>
          <a:lstStyle/>
          <a:p>
            <a:pPr indent="0" marL="0">
              <a:buNone/>
            </a:pPr>
            <a:r>
              <a:rPr lang="en-US" sz="1600" b="1" dirty="0">
                <a:solidFill>
                  <a:srgbClr val="1B3A6B"/>
                </a:solidFill>
                <a:latin typeface="Malgun Gothic" pitchFamily="34" charset="0"/>
                <a:ea typeface="Malgun Gothic" pitchFamily="34" charset="-122"/>
                <a:cs typeface="Malgun Gothic" pitchFamily="34" charset="-120"/>
              </a:rPr>
              <a:t>문서 구성</a:t>
            </a:r>
            <a:endParaRPr lang="en-US" sz="1600" dirty="0"/>
          </a:p>
        </p:txBody>
      </p:sp>
      <p:sp>
        <p:nvSpPr>
          <p:cNvPr id="23" name="Shape 21"/>
          <p:cNvSpPr/>
          <p:nvPr/>
        </p:nvSpPr>
        <p:spPr>
          <a:xfrm>
            <a:off x="5349240" y="1828800"/>
            <a:ext cx="1600200" cy="384048"/>
          </a:xfrm>
          <a:prstGeom prst="roundRect">
            <a:avLst>
              <a:gd name="adj" fmla="val 28571"/>
            </a:avLst>
          </a:prstGeom>
          <a:solidFill>
            <a:srgbClr val="F1F6FA"/>
          </a:solidFill>
          <a:ln w="12700">
            <a:solidFill>
              <a:srgbClr val="F1F6FA"/>
            </a:solidFill>
            <a:prstDash val="solid"/>
          </a:ln>
        </p:spPr>
      </p:sp>
      <p:sp>
        <p:nvSpPr>
          <p:cNvPr id="24" name="Text 22"/>
          <p:cNvSpPr txBox="1"/>
          <p:nvPr/>
        </p:nvSpPr>
        <p:spPr>
          <a:xfrm>
            <a:off x="5349240" y="1828800"/>
            <a:ext cx="1600200" cy="384048"/>
          </a:xfrm>
          <a:prstGeom prst="rect">
            <a:avLst/>
          </a:prstGeom>
          <a:noFill/>
          <a:ln/>
        </p:spPr>
        <p:txBody>
          <a:bodyPr wrap="square" lIns="0" tIns="0" rIns="0" bIns="0" rtlCol="0" anchor="ctr"/>
          <a:lstStyle/>
          <a:p>
            <a:pPr algn="ctr" indent="0" marL="0">
              <a:buNone/>
            </a:pPr>
            <a:r>
              <a:rPr lang="en-US" sz="1400" dirty="0">
                <a:solidFill>
                  <a:srgbClr val="34495E"/>
                </a:solidFill>
                <a:latin typeface="Malgun Gothic" pitchFamily="34" charset="0"/>
                <a:ea typeface="Malgun Gothic" pitchFamily="34" charset="-122"/>
                <a:cs typeface="Malgun Gothic" pitchFamily="34" charset="-120"/>
              </a:rPr>
              <a:t>개요</a:t>
            </a:r>
            <a:endParaRPr lang="en-US" sz="1400" dirty="0"/>
          </a:p>
        </p:txBody>
      </p:sp>
      <p:sp>
        <p:nvSpPr>
          <p:cNvPr id="25" name="Shape 23"/>
          <p:cNvSpPr/>
          <p:nvPr/>
        </p:nvSpPr>
        <p:spPr>
          <a:xfrm>
            <a:off x="7040880" y="1828800"/>
            <a:ext cx="1600200" cy="384048"/>
          </a:xfrm>
          <a:prstGeom prst="roundRect">
            <a:avLst>
              <a:gd name="adj" fmla="val 28571"/>
            </a:avLst>
          </a:prstGeom>
          <a:solidFill>
            <a:srgbClr val="F1F6FA"/>
          </a:solidFill>
          <a:ln w="12700">
            <a:solidFill>
              <a:srgbClr val="F1F6FA"/>
            </a:solidFill>
            <a:prstDash val="solid"/>
          </a:ln>
        </p:spPr>
      </p:sp>
      <p:sp>
        <p:nvSpPr>
          <p:cNvPr id="26" name="Text 24"/>
          <p:cNvSpPr txBox="1"/>
          <p:nvPr/>
        </p:nvSpPr>
        <p:spPr>
          <a:xfrm>
            <a:off x="7040880" y="1828800"/>
            <a:ext cx="1600200" cy="384048"/>
          </a:xfrm>
          <a:prstGeom prst="rect">
            <a:avLst/>
          </a:prstGeom>
          <a:noFill/>
          <a:ln/>
        </p:spPr>
        <p:txBody>
          <a:bodyPr wrap="square" lIns="0" tIns="0" rIns="0" bIns="0" rtlCol="0" anchor="ctr"/>
          <a:lstStyle/>
          <a:p>
            <a:pPr algn="ctr" indent="0" marL="0">
              <a:buNone/>
            </a:pPr>
            <a:r>
              <a:rPr lang="en-US" sz="1400" dirty="0">
                <a:solidFill>
                  <a:srgbClr val="34495E"/>
                </a:solidFill>
                <a:latin typeface="Malgun Gothic" pitchFamily="34" charset="0"/>
                <a:ea typeface="Malgun Gothic" pitchFamily="34" charset="-122"/>
                <a:cs typeface="Malgun Gothic" pitchFamily="34" charset="-120"/>
              </a:rPr>
              <a:t>분류와 이름</a:t>
            </a:r>
            <a:endParaRPr lang="en-US" sz="1400" dirty="0"/>
          </a:p>
        </p:txBody>
      </p:sp>
      <p:sp>
        <p:nvSpPr>
          <p:cNvPr id="27" name="Shape 25"/>
          <p:cNvSpPr/>
          <p:nvPr/>
        </p:nvSpPr>
        <p:spPr>
          <a:xfrm>
            <a:off x="5349240" y="2286000"/>
            <a:ext cx="1600200" cy="384048"/>
          </a:xfrm>
          <a:prstGeom prst="roundRect">
            <a:avLst>
              <a:gd name="adj" fmla="val 28571"/>
            </a:avLst>
          </a:prstGeom>
          <a:solidFill>
            <a:srgbClr val="F1F6FA"/>
          </a:solidFill>
          <a:ln w="12700">
            <a:solidFill>
              <a:srgbClr val="F1F6FA"/>
            </a:solidFill>
            <a:prstDash val="solid"/>
          </a:ln>
        </p:spPr>
      </p:sp>
      <p:sp>
        <p:nvSpPr>
          <p:cNvPr id="28" name="Text 26"/>
          <p:cNvSpPr txBox="1"/>
          <p:nvPr/>
        </p:nvSpPr>
        <p:spPr>
          <a:xfrm>
            <a:off x="5349240" y="2286000"/>
            <a:ext cx="1600200" cy="384048"/>
          </a:xfrm>
          <a:prstGeom prst="rect">
            <a:avLst/>
          </a:prstGeom>
          <a:noFill/>
          <a:ln/>
        </p:spPr>
        <p:txBody>
          <a:bodyPr wrap="square" lIns="0" tIns="0" rIns="0" bIns="0" rtlCol="0" anchor="ctr"/>
          <a:lstStyle/>
          <a:p>
            <a:pPr algn="ctr" indent="0" marL="0">
              <a:buNone/>
            </a:pPr>
            <a:r>
              <a:rPr lang="en-US" sz="1400" dirty="0">
                <a:solidFill>
                  <a:srgbClr val="34495E"/>
                </a:solidFill>
                <a:latin typeface="Malgun Gothic" pitchFamily="34" charset="0"/>
                <a:ea typeface="Malgun Gothic" pitchFamily="34" charset="-122"/>
                <a:cs typeface="Malgun Gothic" pitchFamily="34" charset="-120"/>
              </a:rPr>
              <a:t>생김새</a:t>
            </a:r>
            <a:endParaRPr lang="en-US" sz="1400" dirty="0"/>
          </a:p>
        </p:txBody>
      </p:sp>
      <p:sp>
        <p:nvSpPr>
          <p:cNvPr id="29" name="Shape 27"/>
          <p:cNvSpPr/>
          <p:nvPr/>
        </p:nvSpPr>
        <p:spPr>
          <a:xfrm>
            <a:off x="7040880" y="2286000"/>
            <a:ext cx="1600200" cy="384048"/>
          </a:xfrm>
          <a:prstGeom prst="roundRect">
            <a:avLst>
              <a:gd name="adj" fmla="val 28571"/>
            </a:avLst>
          </a:prstGeom>
          <a:solidFill>
            <a:srgbClr val="F1F6FA"/>
          </a:solidFill>
          <a:ln w="12700">
            <a:solidFill>
              <a:srgbClr val="F1F6FA"/>
            </a:solidFill>
            <a:prstDash val="solid"/>
          </a:ln>
        </p:spPr>
      </p:sp>
      <p:sp>
        <p:nvSpPr>
          <p:cNvPr id="30" name="Text 28"/>
          <p:cNvSpPr txBox="1"/>
          <p:nvPr/>
        </p:nvSpPr>
        <p:spPr>
          <a:xfrm>
            <a:off x="7040880" y="2286000"/>
            <a:ext cx="1600200" cy="384048"/>
          </a:xfrm>
          <a:prstGeom prst="rect">
            <a:avLst/>
          </a:prstGeom>
          <a:noFill/>
          <a:ln/>
        </p:spPr>
        <p:txBody>
          <a:bodyPr wrap="square" lIns="0" tIns="0" rIns="0" bIns="0" rtlCol="0" anchor="ctr"/>
          <a:lstStyle/>
          <a:p>
            <a:pPr algn="ctr" indent="0" marL="0">
              <a:buNone/>
            </a:pPr>
            <a:r>
              <a:rPr lang="en-US" sz="1400" dirty="0">
                <a:solidFill>
                  <a:srgbClr val="34495E"/>
                </a:solidFill>
                <a:latin typeface="Malgun Gothic" pitchFamily="34" charset="0"/>
                <a:ea typeface="Malgun Gothic" pitchFamily="34" charset="-122"/>
                <a:cs typeface="Malgun Gothic" pitchFamily="34" charset="-120"/>
              </a:rPr>
              <a:t>분포와 서식지</a:t>
            </a:r>
            <a:endParaRPr lang="en-US" sz="1400" dirty="0"/>
          </a:p>
        </p:txBody>
      </p:sp>
      <p:sp>
        <p:nvSpPr>
          <p:cNvPr id="31" name="Shape 29"/>
          <p:cNvSpPr/>
          <p:nvPr/>
        </p:nvSpPr>
        <p:spPr>
          <a:xfrm>
            <a:off x="5349240" y="2743200"/>
            <a:ext cx="1600200" cy="384048"/>
          </a:xfrm>
          <a:prstGeom prst="roundRect">
            <a:avLst>
              <a:gd name="adj" fmla="val 28571"/>
            </a:avLst>
          </a:prstGeom>
          <a:solidFill>
            <a:srgbClr val="F1F6FA"/>
          </a:solidFill>
          <a:ln w="12700">
            <a:solidFill>
              <a:srgbClr val="F1F6FA"/>
            </a:solidFill>
            <a:prstDash val="solid"/>
          </a:ln>
        </p:spPr>
      </p:sp>
      <p:sp>
        <p:nvSpPr>
          <p:cNvPr id="32" name="Text 30"/>
          <p:cNvSpPr txBox="1"/>
          <p:nvPr/>
        </p:nvSpPr>
        <p:spPr>
          <a:xfrm>
            <a:off x="5349240" y="2743200"/>
            <a:ext cx="1600200" cy="384048"/>
          </a:xfrm>
          <a:prstGeom prst="rect">
            <a:avLst/>
          </a:prstGeom>
          <a:noFill/>
          <a:ln/>
        </p:spPr>
        <p:txBody>
          <a:bodyPr wrap="square" lIns="0" tIns="0" rIns="0" bIns="0" rtlCol="0" anchor="ctr"/>
          <a:lstStyle/>
          <a:p>
            <a:pPr algn="ctr" indent="0" marL="0">
              <a:buNone/>
            </a:pPr>
            <a:r>
              <a:rPr lang="en-US" sz="1400" dirty="0">
                <a:solidFill>
                  <a:srgbClr val="34495E"/>
                </a:solidFill>
                <a:latin typeface="Malgun Gothic" pitchFamily="34" charset="0"/>
                <a:ea typeface="Malgun Gothic" pitchFamily="34" charset="-122"/>
                <a:cs typeface="Malgun Gothic" pitchFamily="34" charset="-120"/>
              </a:rPr>
              <a:t>생태</a:t>
            </a:r>
            <a:endParaRPr lang="en-US" sz="1400" dirty="0"/>
          </a:p>
        </p:txBody>
      </p:sp>
      <p:sp>
        <p:nvSpPr>
          <p:cNvPr id="33" name="Shape 31"/>
          <p:cNvSpPr/>
          <p:nvPr/>
        </p:nvSpPr>
        <p:spPr>
          <a:xfrm>
            <a:off x="7040880" y="2743200"/>
            <a:ext cx="1600200" cy="384048"/>
          </a:xfrm>
          <a:prstGeom prst="roundRect">
            <a:avLst>
              <a:gd name="adj" fmla="val 28571"/>
            </a:avLst>
          </a:prstGeom>
          <a:solidFill>
            <a:srgbClr val="F1F6FA"/>
          </a:solidFill>
          <a:ln w="12700">
            <a:solidFill>
              <a:srgbClr val="F1F6FA"/>
            </a:solidFill>
            <a:prstDash val="solid"/>
          </a:ln>
        </p:spPr>
      </p:sp>
      <p:sp>
        <p:nvSpPr>
          <p:cNvPr id="34" name="Text 32"/>
          <p:cNvSpPr txBox="1"/>
          <p:nvPr/>
        </p:nvSpPr>
        <p:spPr>
          <a:xfrm>
            <a:off x="7040880" y="2743200"/>
            <a:ext cx="1600200" cy="384048"/>
          </a:xfrm>
          <a:prstGeom prst="rect">
            <a:avLst/>
          </a:prstGeom>
          <a:noFill/>
          <a:ln/>
        </p:spPr>
        <p:txBody>
          <a:bodyPr wrap="square" lIns="0" tIns="0" rIns="0" bIns="0" rtlCol="0" anchor="ctr"/>
          <a:lstStyle/>
          <a:p>
            <a:pPr algn="ctr" indent="0" marL="0">
              <a:buNone/>
            </a:pPr>
            <a:r>
              <a:rPr lang="en-US" sz="1400" dirty="0">
                <a:solidFill>
                  <a:srgbClr val="34495E"/>
                </a:solidFill>
                <a:latin typeface="Malgun Gothic" pitchFamily="34" charset="0"/>
                <a:ea typeface="Malgun Gothic" pitchFamily="34" charset="-122"/>
                <a:cs typeface="Malgun Gothic" pitchFamily="34" charset="-120"/>
              </a:rPr>
              <a:t>보전 상태</a:t>
            </a:r>
            <a:endParaRPr lang="en-US" sz="1400" dirty="0"/>
          </a:p>
        </p:txBody>
      </p:sp>
      <p:sp>
        <p:nvSpPr>
          <p:cNvPr id="35" name="Shape 33"/>
          <p:cNvSpPr/>
          <p:nvPr/>
        </p:nvSpPr>
        <p:spPr>
          <a:xfrm>
            <a:off x="5349240" y="3200400"/>
            <a:ext cx="1600200" cy="384048"/>
          </a:xfrm>
          <a:prstGeom prst="roundRect">
            <a:avLst>
              <a:gd name="adj" fmla="val 28571"/>
            </a:avLst>
          </a:prstGeom>
          <a:solidFill>
            <a:srgbClr val="F1F6FA"/>
          </a:solidFill>
          <a:ln w="12700">
            <a:solidFill>
              <a:srgbClr val="F1F6FA"/>
            </a:solidFill>
            <a:prstDash val="solid"/>
          </a:ln>
        </p:spPr>
      </p:sp>
      <p:sp>
        <p:nvSpPr>
          <p:cNvPr id="36" name="Text 34"/>
          <p:cNvSpPr txBox="1"/>
          <p:nvPr/>
        </p:nvSpPr>
        <p:spPr>
          <a:xfrm>
            <a:off x="5349240" y="3200400"/>
            <a:ext cx="1600200" cy="384048"/>
          </a:xfrm>
          <a:prstGeom prst="rect">
            <a:avLst/>
          </a:prstGeom>
          <a:noFill/>
          <a:ln/>
        </p:spPr>
        <p:txBody>
          <a:bodyPr wrap="square" lIns="0" tIns="0" rIns="0" bIns="0" rtlCol="0" anchor="ctr"/>
          <a:lstStyle/>
          <a:p>
            <a:pPr algn="ctr" indent="0" marL="0">
              <a:buNone/>
            </a:pPr>
            <a:r>
              <a:rPr lang="en-US" sz="1400" dirty="0">
                <a:solidFill>
                  <a:srgbClr val="34495E"/>
                </a:solidFill>
                <a:latin typeface="Malgun Gothic" pitchFamily="34" charset="0"/>
                <a:ea typeface="Malgun Gothic" pitchFamily="34" charset="-122"/>
                <a:cs typeface="Malgun Gothic" pitchFamily="34" charset="-120"/>
              </a:rPr>
              <a:t>사람과의 관계</a:t>
            </a:r>
            <a:endParaRPr lang="en-US" sz="1400" dirty="0"/>
          </a:p>
        </p:txBody>
      </p:sp>
      <p:sp>
        <p:nvSpPr>
          <p:cNvPr id="37" name="Shape 35"/>
          <p:cNvSpPr/>
          <p:nvPr/>
        </p:nvSpPr>
        <p:spPr>
          <a:xfrm>
            <a:off x="7040880" y="3200400"/>
            <a:ext cx="1600200" cy="384048"/>
          </a:xfrm>
          <a:prstGeom prst="roundRect">
            <a:avLst>
              <a:gd name="adj" fmla="val 28571"/>
            </a:avLst>
          </a:prstGeom>
          <a:solidFill>
            <a:srgbClr val="F1F6FA"/>
          </a:solidFill>
          <a:ln w="12700">
            <a:solidFill>
              <a:srgbClr val="F1F6FA"/>
            </a:solidFill>
            <a:prstDash val="solid"/>
          </a:ln>
        </p:spPr>
      </p:sp>
      <p:sp>
        <p:nvSpPr>
          <p:cNvPr id="38" name="Text 36"/>
          <p:cNvSpPr txBox="1"/>
          <p:nvPr/>
        </p:nvSpPr>
        <p:spPr>
          <a:xfrm>
            <a:off x="7040880" y="3200400"/>
            <a:ext cx="1600200" cy="384048"/>
          </a:xfrm>
          <a:prstGeom prst="rect">
            <a:avLst/>
          </a:prstGeom>
          <a:noFill/>
          <a:ln/>
        </p:spPr>
        <p:txBody>
          <a:bodyPr wrap="square" lIns="0" tIns="0" rIns="0" bIns="0" rtlCol="0" anchor="ctr"/>
          <a:lstStyle/>
          <a:p>
            <a:pPr algn="ctr" indent="0" marL="0">
              <a:buNone/>
            </a:pPr>
            <a:r>
              <a:rPr lang="en-US" sz="1400" dirty="0">
                <a:solidFill>
                  <a:srgbClr val="34495E"/>
                </a:solidFill>
                <a:latin typeface="Malgun Gothic" pitchFamily="34" charset="0"/>
                <a:ea typeface="Malgun Gothic" pitchFamily="34" charset="-122"/>
                <a:cs typeface="Malgun Gothic" pitchFamily="34" charset="-120"/>
              </a:rPr>
              <a:t>참고 자료</a:t>
            </a:r>
            <a:endParaRPr lang="en-US" sz="1400" dirty="0"/>
          </a:p>
        </p:txBody>
      </p:sp>
      <p:sp>
        <p:nvSpPr>
          <p:cNvPr id="39" name="Text 37"/>
          <p:cNvSpPr txBox="1"/>
          <p:nvPr/>
        </p:nvSpPr>
        <p:spPr>
          <a:xfrm>
            <a:off x="5349240" y="3794760"/>
            <a:ext cx="3337560" cy="914400"/>
          </a:xfrm>
          <a:prstGeom prst="rect">
            <a:avLst/>
          </a:prstGeom>
          <a:noFill/>
          <a:ln/>
        </p:spPr>
        <p:txBody>
          <a:bodyPr wrap="square" lIns="0" tIns="0" rIns="0" bIns="0" rtlCol="0" anchor="t"/>
          <a:lstStyle/>
          <a:p>
            <a:pPr indent="0" marL="0">
              <a:buNone/>
            </a:pPr>
            <a:r>
              <a:rPr lang="en-US" sz="1400" dirty="0">
                <a:solidFill>
                  <a:srgbClr val="6B7B8C"/>
                </a:solidFill>
                <a:latin typeface="Malgun Gothic" pitchFamily="34" charset="0"/>
                <a:ea typeface="Malgun Gothic" pitchFamily="34" charset="-122"/>
                <a:cs typeface="Malgun Gothic" pitchFamily="34" charset="-120"/>
              </a:rPr>
              <a:t>재사용이 허용된 사진만 쓰고</a:t>
            </a:r>
            <a:endParaRPr lang="en-US" sz="1400" dirty="0"/>
          </a:p>
          <a:p>
            <a:pPr indent="0" marL="0">
              <a:buNone/>
            </a:pPr>
            <a:r>
              <a:rPr lang="en-US" sz="1400" dirty="0">
                <a:solidFill>
                  <a:srgbClr val="6B7B8C"/>
                </a:solidFill>
                <a:latin typeface="Malgun Gothic" pitchFamily="34" charset="0"/>
                <a:ea typeface="Malgun Gothic" pitchFamily="34" charset="-122"/>
                <a:cs typeface="Malgun Gothic" pitchFamily="34" charset="-120"/>
              </a:rPr>
              <a:t>출처와 참고 자료(위키백과)를</a:t>
            </a:r>
            <a:endParaRPr lang="en-US" sz="1400" dirty="0"/>
          </a:p>
          <a:p>
            <a:pPr indent="0" marL="0">
              <a:buNone/>
            </a:pPr>
            <a:r>
              <a:rPr lang="en-US" sz="1400" dirty="0">
                <a:solidFill>
                  <a:srgbClr val="6B7B8C"/>
                </a:solidFill>
                <a:latin typeface="Malgun Gothic" pitchFamily="34" charset="0"/>
                <a:ea typeface="Malgun Gothic" pitchFamily="34" charset="-122"/>
                <a:cs typeface="Malgun Gothic" pitchFamily="34" charset="-120"/>
              </a:rPr>
              <a:t>문서에 함께 적었습니다</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400" b="1" dirty="0">
                <a:solidFill>
                  <a:srgbClr val="34495E"/>
                </a:solidFill>
                <a:latin typeface="Malgun Gothic" pitchFamily="34" charset="0"/>
                <a:ea typeface="Malgun Gothic" pitchFamily="34" charset="-122"/>
                <a:cs typeface="Malgun Gothic" pitchFamily="34" charset="-120"/>
              </a:rPr>
              <a:t>협업 과정</a:t>
            </a:r>
            <a:endParaRPr lang="en-US" sz="3400" dirty="0"/>
          </a:p>
        </p:txBody>
      </p:sp>
      <p:sp>
        <p:nvSpPr>
          <p:cNvPr id="3" name="Text 1"/>
          <p:cNvSpPr txBox="1"/>
          <p:nvPr/>
        </p:nvSpPr>
        <p:spPr>
          <a:xfrm>
            <a:off x="457200" y="914400"/>
            <a:ext cx="8229600" cy="320040"/>
          </a:xfrm>
          <a:prstGeom prst="rect">
            <a:avLst/>
          </a:prstGeom>
          <a:noFill/>
          <a:ln/>
        </p:spPr>
        <p:txBody>
          <a:bodyPr wrap="square" lIns="0" tIns="0" rIns="0" bIns="0" rtlCol="0" anchor="ctr"/>
          <a:lstStyle/>
          <a:p>
            <a:pPr indent="0" marL="0">
              <a:buNone/>
            </a:pPr>
            <a:r>
              <a:rPr lang="en-US" sz="1400" dirty="0">
                <a:solidFill>
                  <a:srgbClr val="6B7B8C"/>
                </a:solidFill>
                <a:latin typeface="Malgun Gothic" pitchFamily="34" charset="0"/>
                <a:ea typeface="Malgun Gothic" pitchFamily="34" charset="-122"/>
                <a:cs typeface="Malgun Gothic" pitchFamily="34" charset="-120"/>
              </a:rPr>
              <a:t>브랜치와 PR로 각자 작업하고 하나로 합치기</a:t>
            </a:r>
            <a:endParaRPr lang="en-US" sz="1400" dirty="0"/>
          </a:p>
        </p:txBody>
      </p:sp>
      <p:sp>
        <p:nvSpPr>
          <p:cNvPr id="4" name="Shape 2"/>
          <p:cNvSpPr/>
          <p:nvPr/>
        </p:nvSpPr>
        <p:spPr>
          <a:xfrm>
            <a:off x="457200" y="1463040"/>
            <a:ext cx="1463040" cy="1188720"/>
          </a:xfrm>
          <a:prstGeom prst="roundRect">
            <a:avLst>
              <a:gd name="adj" fmla="val 9231"/>
            </a:avLst>
          </a:prstGeom>
          <a:solidFill>
            <a:srgbClr val="F1F6FA"/>
          </a:solidFill>
          <a:ln w="12700">
            <a:solidFill>
              <a:srgbClr val="F1F6FA"/>
            </a:solidFill>
            <a:prstDash val="solid"/>
          </a:ln>
        </p:spPr>
      </p:sp>
      <p:sp>
        <p:nvSpPr>
          <p:cNvPr id="5" name="Shape 3"/>
          <p:cNvSpPr/>
          <p:nvPr/>
        </p:nvSpPr>
        <p:spPr>
          <a:xfrm>
            <a:off x="548640" y="1554480"/>
            <a:ext cx="310896" cy="310896"/>
          </a:xfrm>
          <a:prstGeom prst="ellipse">
            <a:avLst/>
          </a:prstGeom>
          <a:solidFill>
            <a:srgbClr val="1B3A6B"/>
          </a:solidFill>
          <a:ln w="12700">
            <a:solidFill>
              <a:srgbClr val="1B3A6B"/>
            </a:solidFill>
            <a:prstDash val="solid"/>
          </a:ln>
        </p:spPr>
      </p:sp>
      <p:sp>
        <p:nvSpPr>
          <p:cNvPr id="6" name="Text 4"/>
          <p:cNvSpPr txBox="1"/>
          <p:nvPr/>
        </p:nvSpPr>
        <p:spPr>
          <a:xfrm>
            <a:off x="54864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1</a:t>
            </a:r>
            <a:endParaRPr lang="en-US" sz="1200" dirty="0"/>
          </a:p>
        </p:txBody>
      </p:sp>
      <p:sp>
        <p:nvSpPr>
          <p:cNvPr id="7" name="Text 5"/>
          <p:cNvSpPr txBox="1"/>
          <p:nvPr/>
        </p:nvSpPr>
        <p:spPr>
          <a:xfrm>
            <a:off x="530352" y="1920240"/>
            <a:ext cx="1316736" cy="685800"/>
          </a:xfrm>
          <a:prstGeom prst="rect">
            <a:avLst/>
          </a:prstGeom>
          <a:noFill/>
          <a:ln/>
        </p:spPr>
        <p:txBody>
          <a:bodyPr wrap="square" lIns="0" tIns="0" rIns="0" bIns="0" rtlCol="0" anchor="t"/>
          <a:lstStyle/>
          <a:p>
            <a:pPr indent="0" marL="0">
              <a:buNone/>
            </a:pPr>
            <a:r>
              <a:rPr lang="en-US" sz="1400" b="1" dirty="0">
                <a:solidFill>
                  <a:srgbClr val="34495E"/>
                </a:solidFill>
                <a:latin typeface="Malgun Gothic" pitchFamily="34" charset="0"/>
                <a:ea typeface="Malgun Gothic" pitchFamily="34" charset="-122"/>
                <a:cs typeface="Malgun Gothic" pitchFamily="34" charset="-120"/>
              </a:rPr>
              <a:t>조장이</a:t>
            </a:r>
            <a:endParaRPr lang="en-US" sz="1400" dirty="0"/>
          </a:p>
          <a:p>
            <a:pPr indent="0" marL="0">
              <a:buNone/>
            </a:pPr>
            <a:r>
              <a:rPr lang="en-US" sz="1400" b="1" dirty="0">
                <a:solidFill>
                  <a:srgbClr val="34495E"/>
                </a:solidFill>
                <a:latin typeface="Malgun Gothic" pitchFamily="34" charset="0"/>
                <a:ea typeface="Malgun Gothic" pitchFamily="34" charset="-122"/>
                <a:cs typeface="Malgun Gothic" pitchFamily="34" charset="-120"/>
              </a:rPr>
              <a:t>디렉토리·예시</a:t>
            </a:r>
            <a:endParaRPr lang="en-US" sz="1400" dirty="0"/>
          </a:p>
          <a:p>
            <a:pPr indent="0" marL="0">
              <a:buNone/>
            </a:pPr>
            <a:r>
              <a:rPr lang="en-US" sz="1400" b="1" dirty="0">
                <a:solidFill>
                  <a:srgbClr val="34495E"/>
                </a:solidFill>
                <a:latin typeface="Malgun Gothic" pitchFamily="34" charset="0"/>
                <a:ea typeface="Malgun Gothic" pitchFamily="34" charset="-122"/>
                <a:cs typeface="Malgun Gothic" pitchFamily="34" charset="-120"/>
              </a:rPr>
              <a:t>파일 생성</a:t>
            </a:r>
            <a:endParaRPr lang="en-US" sz="1400" dirty="0"/>
          </a:p>
        </p:txBody>
      </p:sp>
      <p:sp>
        <p:nvSpPr>
          <p:cNvPr id="8" name="Shape 6"/>
          <p:cNvSpPr/>
          <p:nvPr/>
        </p:nvSpPr>
        <p:spPr>
          <a:xfrm>
            <a:off x="1947672" y="1965960"/>
            <a:ext cx="173736" cy="182880"/>
          </a:xfrm>
          <a:prstGeom prst="rightArrow">
            <a:avLst/>
          </a:prstGeom>
          <a:solidFill>
            <a:srgbClr val="1B3A6B"/>
          </a:solidFill>
          <a:ln w="12700">
            <a:solidFill>
              <a:srgbClr val="1B3A6B"/>
            </a:solidFill>
            <a:prstDash val="solid"/>
          </a:ln>
        </p:spPr>
      </p:sp>
      <p:sp>
        <p:nvSpPr>
          <p:cNvPr id="9" name="Shape 7"/>
          <p:cNvSpPr/>
          <p:nvPr/>
        </p:nvSpPr>
        <p:spPr>
          <a:xfrm>
            <a:off x="2148840" y="1463040"/>
            <a:ext cx="1463040" cy="1188720"/>
          </a:xfrm>
          <a:prstGeom prst="roundRect">
            <a:avLst>
              <a:gd name="adj" fmla="val 9231"/>
            </a:avLst>
          </a:prstGeom>
          <a:solidFill>
            <a:srgbClr val="F1F6FA"/>
          </a:solidFill>
          <a:ln w="12700">
            <a:solidFill>
              <a:srgbClr val="F1F6FA"/>
            </a:solidFill>
            <a:prstDash val="solid"/>
          </a:ln>
        </p:spPr>
      </p:sp>
      <p:sp>
        <p:nvSpPr>
          <p:cNvPr id="10" name="Shape 8"/>
          <p:cNvSpPr/>
          <p:nvPr/>
        </p:nvSpPr>
        <p:spPr>
          <a:xfrm>
            <a:off x="2240280" y="1554480"/>
            <a:ext cx="310896" cy="310896"/>
          </a:xfrm>
          <a:prstGeom prst="ellipse">
            <a:avLst/>
          </a:prstGeom>
          <a:solidFill>
            <a:srgbClr val="1B3A6B"/>
          </a:solidFill>
          <a:ln w="12700">
            <a:solidFill>
              <a:srgbClr val="1B3A6B"/>
            </a:solidFill>
            <a:prstDash val="solid"/>
          </a:ln>
        </p:spPr>
      </p:sp>
      <p:sp>
        <p:nvSpPr>
          <p:cNvPr id="11" name="Text 9"/>
          <p:cNvSpPr txBox="1"/>
          <p:nvPr/>
        </p:nvSpPr>
        <p:spPr>
          <a:xfrm>
            <a:off x="224028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2</a:t>
            </a:r>
            <a:endParaRPr lang="en-US" sz="1200" dirty="0"/>
          </a:p>
        </p:txBody>
      </p:sp>
      <p:sp>
        <p:nvSpPr>
          <p:cNvPr id="12" name="Text 10"/>
          <p:cNvSpPr txBox="1"/>
          <p:nvPr/>
        </p:nvSpPr>
        <p:spPr>
          <a:xfrm>
            <a:off x="2221992" y="1920240"/>
            <a:ext cx="1316736" cy="685800"/>
          </a:xfrm>
          <a:prstGeom prst="rect">
            <a:avLst/>
          </a:prstGeom>
          <a:noFill/>
          <a:ln/>
        </p:spPr>
        <p:txBody>
          <a:bodyPr wrap="square" lIns="0" tIns="0" rIns="0" bIns="0" rtlCol="0" anchor="t"/>
          <a:lstStyle/>
          <a:p>
            <a:pPr indent="0" marL="0">
              <a:buNone/>
            </a:pPr>
            <a:r>
              <a:rPr lang="en-US" sz="1400" b="1" dirty="0">
                <a:solidFill>
                  <a:srgbClr val="34495E"/>
                </a:solidFill>
                <a:latin typeface="Malgun Gothic" pitchFamily="34" charset="0"/>
                <a:ea typeface="Malgun Gothic" pitchFamily="34" charset="-122"/>
                <a:cs typeface="Malgun Gothic" pitchFamily="34" charset="-120"/>
              </a:rPr>
              <a:t>조원이 복사해</a:t>
            </a:r>
            <a:endParaRPr lang="en-US" sz="1400" dirty="0"/>
          </a:p>
          <a:p>
            <a:pPr indent="0" marL="0">
              <a:buNone/>
            </a:pPr>
            <a:r>
              <a:rPr lang="en-US" sz="1400" b="1" dirty="0">
                <a:solidFill>
                  <a:srgbClr val="34495E"/>
                </a:solidFill>
                <a:latin typeface="Malgun Gothic" pitchFamily="34" charset="0"/>
                <a:ea typeface="Malgun Gothic" pitchFamily="34" charset="-122"/>
                <a:cs typeface="Malgun Gothic" pitchFamily="34" charset="-120"/>
              </a:rPr>
              <a:t>내용 작성</a:t>
            </a:r>
            <a:endParaRPr lang="en-US" sz="1400" dirty="0"/>
          </a:p>
        </p:txBody>
      </p:sp>
      <p:sp>
        <p:nvSpPr>
          <p:cNvPr id="13" name="Shape 11"/>
          <p:cNvSpPr/>
          <p:nvPr/>
        </p:nvSpPr>
        <p:spPr>
          <a:xfrm>
            <a:off x="3639312" y="1965960"/>
            <a:ext cx="173736" cy="182880"/>
          </a:xfrm>
          <a:prstGeom prst="rightArrow">
            <a:avLst/>
          </a:prstGeom>
          <a:solidFill>
            <a:srgbClr val="1B3A6B"/>
          </a:solidFill>
          <a:ln w="12700">
            <a:solidFill>
              <a:srgbClr val="1B3A6B"/>
            </a:solidFill>
            <a:prstDash val="solid"/>
          </a:ln>
        </p:spPr>
      </p:sp>
      <p:sp>
        <p:nvSpPr>
          <p:cNvPr id="14" name="Shape 12"/>
          <p:cNvSpPr/>
          <p:nvPr/>
        </p:nvSpPr>
        <p:spPr>
          <a:xfrm>
            <a:off x="3840480" y="1463040"/>
            <a:ext cx="1463040" cy="1188720"/>
          </a:xfrm>
          <a:prstGeom prst="roundRect">
            <a:avLst>
              <a:gd name="adj" fmla="val 9231"/>
            </a:avLst>
          </a:prstGeom>
          <a:solidFill>
            <a:srgbClr val="F1F6FA"/>
          </a:solidFill>
          <a:ln w="12700">
            <a:solidFill>
              <a:srgbClr val="F1F6FA"/>
            </a:solidFill>
            <a:prstDash val="solid"/>
          </a:ln>
        </p:spPr>
      </p:sp>
      <p:sp>
        <p:nvSpPr>
          <p:cNvPr id="15" name="Shape 13"/>
          <p:cNvSpPr/>
          <p:nvPr/>
        </p:nvSpPr>
        <p:spPr>
          <a:xfrm>
            <a:off x="3931920" y="1554480"/>
            <a:ext cx="310896" cy="310896"/>
          </a:xfrm>
          <a:prstGeom prst="ellipse">
            <a:avLst/>
          </a:prstGeom>
          <a:solidFill>
            <a:srgbClr val="1B3A6B"/>
          </a:solidFill>
          <a:ln w="12700">
            <a:solidFill>
              <a:srgbClr val="1B3A6B"/>
            </a:solidFill>
            <a:prstDash val="solid"/>
          </a:ln>
        </p:spPr>
      </p:sp>
      <p:sp>
        <p:nvSpPr>
          <p:cNvPr id="16" name="Text 14"/>
          <p:cNvSpPr txBox="1"/>
          <p:nvPr/>
        </p:nvSpPr>
        <p:spPr>
          <a:xfrm>
            <a:off x="393192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3</a:t>
            </a:r>
            <a:endParaRPr lang="en-US" sz="1200" dirty="0"/>
          </a:p>
        </p:txBody>
      </p:sp>
      <p:sp>
        <p:nvSpPr>
          <p:cNvPr id="17" name="Text 15"/>
          <p:cNvSpPr txBox="1"/>
          <p:nvPr/>
        </p:nvSpPr>
        <p:spPr>
          <a:xfrm>
            <a:off x="3913632" y="1920240"/>
            <a:ext cx="1316736" cy="685800"/>
          </a:xfrm>
          <a:prstGeom prst="rect">
            <a:avLst/>
          </a:prstGeom>
          <a:noFill/>
          <a:ln/>
        </p:spPr>
        <p:txBody>
          <a:bodyPr wrap="square" lIns="0" tIns="0" rIns="0" bIns="0" rtlCol="0" anchor="t"/>
          <a:lstStyle/>
          <a:p>
            <a:pPr indent="0" marL="0">
              <a:buNone/>
            </a:pPr>
            <a:r>
              <a:rPr lang="en-US" sz="1400" b="1" dirty="0">
                <a:solidFill>
                  <a:srgbClr val="34495E"/>
                </a:solidFill>
                <a:latin typeface="Malgun Gothic" pitchFamily="34" charset="0"/>
                <a:ea typeface="Malgun Gothic" pitchFamily="34" charset="-122"/>
                <a:cs typeface="Malgun Gothic" pitchFamily="34" charset="-120"/>
              </a:rPr>
              <a:t>commit은</a:t>
            </a:r>
            <a:endParaRPr lang="en-US" sz="1400" dirty="0"/>
          </a:p>
          <a:p>
            <a:pPr indent="0" marL="0">
              <a:buNone/>
            </a:pPr>
            <a:r>
              <a:rPr lang="en-US" sz="1400" b="1" dirty="0">
                <a:solidFill>
                  <a:srgbClr val="34495E"/>
                </a:solidFill>
                <a:latin typeface="Malgun Gothic" pitchFamily="34" charset="0"/>
                <a:ea typeface="Malgun Gothic" pitchFamily="34" charset="-122"/>
                <a:cs typeface="Malgun Gothic" pitchFamily="34" charset="-120"/>
              </a:rPr>
              <a:t>가능한 자주</a:t>
            </a:r>
            <a:endParaRPr lang="en-US" sz="1400" dirty="0"/>
          </a:p>
        </p:txBody>
      </p:sp>
      <p:sp>
        <p:nvSpPr>
          <p:cNvPr id="18" name="Shape 16"/>
          <p:cNvSpPr/>
          <p:nvPr/>
        </p:nvSpPr>
        <p:spPr>
          <a:xfrm>
            <a:off x="5330952" y="1965960"/>
            <a:ext cx="173736" cy="182880"/>
          </a:xfrm>
          <a:prstGeom prst="rightArrow">
            <a:avLst/>
          </a:prstGeom>
          <a:solidFill>
            <a:srgbClr val="1B3A6B"/>
          </a:solidFill>
          <a:ln w="12700">
            <a:solidFill>
              <a:srgbClr val="1B3A6B"/>
            </a:solidFill>
            <a:prstDash val="solid"/>
          </a:ln>
        </p:spPr>
      </p:sp>
      <p:sp>
        <p:nvSpPr>
          <p:cNvPr id="19" name="Shape 17"/>
          <p:cNvSpPr/>
          <p:nvPr/>
        </p:nvSpPr>
        <p:spPr>
          <a:xfrm>
            <a:off x="5532120" y="1463040"/>
            <a:ext cx="1463040" cy="1188720"/>
          </a:xfrm>
          <a:prstGeom prst="roundRect">
            <a:avLst>
              <a:gd name="adj" fmla="val 9231"/>
            </a:avLst>
          </a:prstGeom>
          <a:solidFill>
            <a:srgbClr val="F1F6FA"/>
          </a:solidFill>
          <a:ln w="12700">
            <a:solidFill>
              <a:srgbClr val="F1F6FA"/>
            </a:solidFill>
            <a:prstDash val="solid"/>
          </a:ln>
        </p:spPr>
      </p:sp>
      <p:sp>
        <p:nvSpPr>
          <p:cNvPr id="20" name="Shape 18"/>
          <p:cNvSpPr/>
          <p:nvPr/>
        </p:nvSpPr>
        <p:spPr>
          <a:xfrm>
            <a:off x="5623560" y="1554480"/>
            <a:ext cx="310896" cy="310896"/>
          </a:xfrm>
          <a:prstGeom prst="ellipse">
            <a:avLst/>
          </a:prstGeom>
          <a:solidFill>
            <a:srgbClr val="1B3A6B"/>
          </a:solidFill>
          <a:ln w="12700">
            <a:solidFill>
              <a:srgbClr val="1B3A6B"/>
            </a:solidFill>
            <a:prstDash val="solid"/>
          </a:ln>
        </p:spPr>
      </p:sp>
      <p:sp>
        <p:nvSpPr>
          <p:cNvPr id="21" name="Text 19"/>
          <p:cNvSpPr txBox="1"/>
          <p:nvPr/>
        </p:nvSpPr>
        <p:spPr>
          <a:xfrm>
            <a:off x="562356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4</a:t>
            </a:r>
            <a:endParaRPr lang="en-US" sz="1200" dirty="0"/>
          </a:p>
        </p:txBody>
      </p:sp>
      <p:sp>
        <p:nvSpPr>
          <p:cNvPr id="22" name="Text 20"/>
          <p:cNvSpPr txBox="1"/>
          <p:nvPr/>
        </p:nvSpPr>
        <p:spPr>
          <a:xfrm>
            <a:off x="5605272" y="1920240"/>
            <a:ext cx="1316736" cy="685800"/>
          </a:xfrm>
          <a:prstGeom prst="rect">
            <a:avLst/>
          </a:prstGeom>
          <a:noFill/>
          <a:ln/>
        </p:spPr>
        <p:txBody>
          <a:bodyPr wrap="square" lIns="0" tIns="0" rIns="0" bIns="0" rtlCol="0" anchor="t"/>
          <a:lstStyle/>
          <a:p>
            <a:pPr indent="0" marL="0">
              <a:buNone/>
            </a:pPr>
            <a:r>
              <a:rPr lang="en-US" sz="1400" b="1" dirty="0">
                <a:solidFill>
                  <a:srgbClr val="34495E"/>
                </a:solidFill>
                <a:latin typeface="Malgun Gothic" pitchFamily="34" charset="0"/>
                <a:ea typeface="Malgun Gothic" pitchFamily="34" charset="-122"/>
                <a:cs typeface="Malgun Gothic" pitchFamily="34" charset="-120"/>
              </a:rPr>
              <a:t>문서 1개 완성</a:t>
            </a:r>
            <a:endParaRPr lang="en-US" sz="1400" dirty="0"/>
          </a:p>
          <a:p>
            <a:pPr indent="0" marL="0">
              <a:buNone/>
            </a:pPr>
            <a:r>
              <a:rPr lang="en-US" sz="1400" b="1" dirty="0">
                <a:solidFill>
                  <a:srgbClr val="34495E"/>
                </a:solidFill>
                <a:latin typeface="Malgun Gothic" pitchFamily="34" charset="0"/>
                <a:ea typeface="Malgun Gothic" pitchFamily="34" charset="-122"/>
                <a:cs typeface="Malgun Gothic" pitchFamily="34" charset="-120"/>
              </a:rPr>
              <a:t>시 PR</a:t>
            </a:r>
            <a:endParaRPr lang="en-US" sz="1400" dirty="0"/>
          </a:p>
        </p:txBody>
      </p:sp>
      <p:sp>
        <p:nvSpPr>
          <p:cNvPr id="23" name="Shape 21"/>
          <p:cNvSpPr/>
          <p:nvPr/>
        </p:nvSpPr>
        <p:spPr>
          <a:xfrm>
            <a:off x="7022592" y="1965960"/>
            <a:ext cx="173736" cy="182880"/>
          </a:xfrm>
          <a:prstGeom prst="rightArrow">
            <a:avLst/>
          </a:prstGeom>
          <a:solidFill>
            <a:srgbClr val="1B3A6B"/>
          </a:solidFill>
          <a:ln w="12700">
            <a:solidFill>
              <a:srgbClr val="1B3A6B"/>
            </a:solidFill>
            <a:prstDash val="solid"/>
          </a:ln>
        </p:spPr>
      </p:sp>
      <p:sp>
        <p:nvSpPr>
          <p:cNvPr id="24" name="Shape 22"/>
          <p:cNvSpPr/>
          <p:nvPr/>
        </p:nvSpPr>
        <p:spPr>
          <a:xfrm>
            <a:off x="7223760" y="1463040"/>
            <a:ext cx="1463040" cy="1188720"/>
          </a:xfrm>
          <a:prstGeom prst="roundRect">
            <a:avLst>
              <a:gd name="adj" fmla="val 9231"/>
            </a:avLst>
          </a:prstGeom>
          <a:solidFill>
            <a:srgbClr val="F1F6FA"/>
          </a:solidFill>
          <a:ln w="12700">
            <a:solidFill>
              <a:srgbClr val="F1F6FA"/>
            </a:solidFill>
            <a:prstDash val="solid"/>
          </a:ln>
        </p:spPr>
      </p:sp>
      <p:sp>
        <p:nvSpPr>
          <p:cNvPr id="25" name="Shape 23"/>
          <p:cNvSpPr/>
          <p:nvPr/>
        </p:nvSpPr>
        <p:spPr>
          <a:xfrm>
            <a:off x="7315200" y="1554480"/>
            <a:ext cx="310896" cy="310896"/>
          </a:xfrm>
          <a:prstGeom prst="ellipse">
            <a:avLst/>
          </a:prstGeom>
          <a:solidFill>
            <a:srgbClr val="1B3A6B"/>
          </a:solidFill>
          <a:ln w="12700">
            <a:solidFill>
              <a:srgbClr val="1B3A6B"/>
            </a:solidFill>
            <a:prstDash val="solid"/>
          </a:ln>
        </p:spPr>
      </p:sp>
      <p:sp>
        <p:nvSpPr>
          <p:cNvPr id="26" name="Text 24"/>
          <p:cNvSpPr txBox="1"/>
          <p:nvPr/>
        </p:nvSpPr>
        <p:spPr>
          <a:xfrm>
            <a:off x="7315200" y="1554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5</a:t>
            </a:r>
            <a:endParaRPr lang="en-US" sz="1200" dirty="0"/>
          </a:p>
        </p:txBody>
      </p:sp>
      <p:sp>
        <p:nvSpPr>
          <p:cNvPr id="27" name="Text 25"/>
          <p:cNvSpPr txBox="1"/>
          <p:nvPr/>
        </p:nvSpPr>
        <p:spPr>
          <a:xfrm>
            <a:off x="7296912" y="1920240"/>
            <a:ext cx="1316736" cy="685800"/>
          </a:xfrm>
          <a:prstGeom prst="rect">
            <a:avLst/>
          </a:prstGeom>
          <a:noFill/>
          <a:ln/>
        </p:spPr>
        <p:txBody>
          <a:bodyPr wrap="square" lIns="0" tIns="0" rIns="0" bIns="0" rtlCol="0" anchor="t"/>
          <a:lstStyle/>
          <a:p>
            <a:pPr indent="0" marL="0">
              <a:buNone/>
            </a:pPr>
            <a:r>
              <a:rPr lang="en-US" sz="1400" b="1" dirty="0">
                <a:solidFill>
                  <a:srgbClr val="34495E"/>
                </a:solidFill>
                <a:latin typeface="Malgun Gothic" pitchFamily="34" charset="0"/>
                <a:ea typeface="Malgun Gothic" pitchFamily="34" charset="-122"/>
                <a:cs typeface="Malgun Gothic" pitchFamily="34" charset="-120"/>
              </a:rPr>
              <a:t>리뷰 후</a:t>
            </a:r>
            <a:endParaRPr lang="en-US" sz="1400" dirty="0"/>
          </a:p>
          <a:p>
            <a:pPr indent="0" marL="0">
              <a:buNone/>
            </a:pPr>
            <a:r>
              <a:rPr lang="en-US" sz="1400" b="1" dirty="0">
                <a:solidFill>
                  <a:srgbClr val="34495E"/>
                </a:solidFill>
                <a:latin typeface="Malgun Gothic" pitchFamily="34" charset="0"/>
                <a:ea typeface="Malgun Gothic" pitchFamily="34" charset="-122"/>
                <a:cs typeface="Malgun Gothic" pitchFamily="34" charset="-120"/>
              </a:rPr>
              <a:t>merge</a:t>
            </a:r>
            <a:endParaRPr lang="en-US" sz="1400" dirty="0"/>
          </a:p>
        </p:txBody>
      </p:sp>
      <p:sp>
        <p:nvSpPr>
          <p:cNvPr id="28" name="Shape 26"/>
          <p:cNvSpPr/>
          <p:nvPr/>
        </p:nvSpPr>
        <p:spPr>
          <a:xfrm>
            <a:off x="457200" y="3063240"/>
            <a:ext cx="2560320" cy="1554480"/>
          </a:xfrm>
          <a:prstGeom prst="roundRect">
            <a:avLst>
              <a:gd name="adj" fmla="val 7059"/>
            </a:avLst>
          </a:prstGeom>
          <a:solidFill>
            <a:srgbClr val="FFFFFF"/>
          </a:solidFill>
          <a:ln w="12700">
            <a:solidFill>
              <a:srgbClr val="D5E3EE"/>
            </a:solidFill>
            <a:prstDash val="solid"/>
          </a:ln>
        </p:spPr>
      </p:sp>
      <p:sp>
        <p:nvSpPr>
          <p:cNvPr id="29" name="Text 27"/>
          <p:cNvSpPr txBox="1"/>
          <p:nvPr/>
        </p:nvSpPr>
        <p:spPr>
          <a:xfrm>
            <a:off x="685800" y="3291840"/>
            <a:ext cx="411480" cy="411480"/>
          </a:xfrm>
          <a:prstGeom prst="rect">
            <a:avLst/>
          </a:prstGeom>
          <a:noFill/>
          <a:ln/>
        </p:spPr>
        <p:txBody>
          <a:bodyPr wrap="square" lIns="0" tIns="0" rIns="0" bIns="0" rtlCol="0" anchor="ctr"/>
          <a:lstStyle/>
          <a:p>
            <a:pPr indent="0" marL="0">
              <a:buNone/>
            </a:pPr>
            <a:r>
              <a:rPr lang="en-US" sz="1600" b="1" dirty="0">
                <a:solidFill>
                  <a:srgbClr val="1B3A6B"/>
                </a:solidFill>
                <a:latin typeface="Malgun Gothic" pitchFamily="34" charset="0"/>
                <a:ea typeface="Malgun Gothic" pitchFamily="34" charset="-122"/>
                <a:cs typeface="Malgun Gothic" pitchFamily="34" charset="-120"/>
              </a:rPr>
              <a:t>1</a:t>
            </a:r>
            <a:endParaRPr lang="en-US" sz="1600" dirty="0"/>
          </a:p>
        </p:txBody>
      </p:sp>
      <p:sp>
        <p:nvSpPr>
          <p:cNvPr id="30" name="Text 28"/>
          <p:cNvSpPr txBox="1"/>
          <p:nvPr/>
        </p:nvSpPr>
        <p:spPr>
          <a:xfrm>
            <a:off x="685800" y="3749040"/>
            <a:ext cx="2103120" cy="365760"/>
          </a:xfrm>
          <a:prstGeom prst="rect">
            <a:avLst/>
          </a:prstGeom>
          <a:noFill/>
          <a:ln/>
        </p:spPr>
        <p:txBody>
          <a:bodyPr wrap="square" lIns="0" tIns="0" rIns="0" bIns="0" rtlCol="0" anchor="ctr"/>
          <a:lstStyle/>
          <a:p>
            <a:pPr indent="0" marL="0">
              <a:buNone/>
            </a:pPr>
            <a:r>
              <a:rPr lang="en-US" sz="1800" b="1" dirty="0">
                <a:solidFill>
                  <a:srgbClr val="34495E"/>
                </a:solidFill>
                <a:latin typeface="Malgun Gothic" pitchFamily="34" charset="0"/>
                <a:ea typeface="Malgun Gothic" pitchFamily="34" charset="-122"/>
                <a:cs typeface="Malgun Gothic" pitchFamily="34" charset="-120"/>
              </a:rPr>
              <a:t>1인 1목 담당</a:t>
            </a:r>
            <a:endParaRPr lang="en-US" sz="1800" dirty="0"/>
          </a:p>
        </p:txBody>
      </p:sp>
      <p:sp>
        <p:nvSpPr>
          <p:cNvPr id="31" name="Text 29"/>
          <p:cNvSpPr txBox="1"/>
          <p:nvPr/>
        </p:nvSpPr>
        <p:spPr>
          <a:xfrm>
            <a:off x="685800" y="4114800"/>
            <a:ext cx="2103120" cy="411480"/>
          </a:xfrm>
          <a:prstGeom prst="rect">
            <a:avLst/>
          </a:prstGeom>
          <a:noFill/>
          <a:ln/>
        </p:spPr>
        <p:txBody>
          <a:bodyPr wrap="square" lIns="0" tIns="0" rIns="0" bIns="0" rtlCol="0" anchor="t"/>
          <a:lstStyle/>
          <a:p>
            <a:pPr indent="0" marL="0">
              <a:buNone/>
            </a:pPr>
            <a:r>
              <a:rPr lang="en-US" sz="1400" dirty="0">
                <a:solidFill>
                  <a:srgbClr val="6B7B8C"/>
                </a:solidFill>
                <a:latin typeface="Malgun Gothic" pitchFamily="34" charset="0"/>
                <a:ea typeface="Malgun Gothic" pitchFamily="34" charset="-122"/>
                <a:cs typeface="Malgun Gothic" pitchFamily="34" charset="-120"/>
              </a:rPr>
              <a:t>git conflict 방지</a:t>
            </a:r>
            <a:endParaRPr lang="en-US" sz="1400" dirty="0"/>
          </a:p>
        </p:txBody>
      </p:sp>
      <p:sp>
        <p:nvSpPr>
          <p:cNvPr id="32" name="Shape 30"/>
          <p:cNvSpPr/>
          <p:nvPr/>
        </p:nvSpPr>
        <p:spPr>
          <a:xfrm>
            <a:off x="3291840" y="3063240"/>
            <a:ext cx="2560320" cy="1554480"/>
          </a:xfrm>
          <a:prstGeom prst="roundRect">
            <a:avLst>
              <a:gd name="adj" fmla="val 7059"/>
            </a:avLst>
          </a:prstGeom>
          <a:solidFill>
            <a:srgbClr val="FFFFFF"/>
          </a:solidFill>
          <a:ln w="12700">
            <a:solidFill>
              <a:srgbClr val="D5E3EE"/>
            </a:solidFill>
            <a:prstDash val="solid"/>
          </a:ln>
        </p:spPr>
      </p:sp>
      <p:sp>
        <p:nvSpPr>
          <p:cNvPr id="33" name="Text 31"/>
          <p:cNvSpPr txBox="1"/>
          <p:nvPr/>
        </p:nvSpPr>
        <p:spPr>
          <a:xfrm>
            <a:off x="3520440" y="3291840"/>
            <a:ext cx="411480" cy="411480"/>
          </a:xfrm>
          <a:prstGeom prst="rect">
            <a:avLst/>
          </a:prstGeom>
          <a:noFill/>
          <a:ln/>
        </p:spPr>
        <p:txBody>
          <a:bodyPr wrap="square" lIns="0" tIns="0" rIns="0" bIns="0" rtlCol="0" anchor="ctr"/>
          <a:lstStyle/>
          <a:p>
            <a:pPr indent="0" marL="0">
              <a:buNone/>
            </a:pPr>
            <a:r>
              <a:rPr lang="en-US" sz="1600" b="1" dirty="0">
                <a:solidFill>
                  <a:srgbClr val="1B3A6B"/>
                </a:solidFill>
                <a:latin typeface="Malgun Gothic" pitchFamily="34" charset="0"/>
                <a:ea typeface="Malgun Gothic" pitchFamily="34" charset="-122"/>
                <a:cs typeface="Malgun Gothic" pitchFamily="34" charset="-120"/>
              </a:rPr>
              <a:t>2</a:t>
            </a:r>
            <a:endParaRPr lang="en-US" sz="1600" dirty="0"/>
          </a:p>
        </p:txBody>
      </p:sp>
      <p:sp>
        <p:nvSpPr>
          <p:cNvPr id="34" name="Text 32"/>
          <p:cNvSpPr txBox="1"/>
          <p:nvPr/>
        </p:nvSpPr>
        <p:spPr>
          <a:xfrm>
            <a:off x="3520440" y="3749040"/>
            <a:ext cx="2103120" cy="365760"/>
          </a:xfrm>
          <a:prstGeom prst="rect">
            <a:avLst/>
          </a:prstGeom>
          <a:noFill/>
          <a:ln/>
        </p:spPr>
        <p:txBody>
          <a:bodyPr wrap="square" lIns="0" tIns="0" rIns="0" bIns="0" rtlCol="0" anchor="ctr"/>
          <a:lstStyle/>
          <a:p>
            <a:pPr indent="0" marL="0">
              <a:buNone/>
            </a:pPr>
            <a:r>
              <a:rPr lang="en-US" sz="1800" b="1" dirty="0">
                <a:solidFill>
                  <a:srgbClr val="34495E"/>
                </a:solidFill>
                <a:latin typeface="Malgun Gothic" pitchFamily="34" charset="0"/>
                <a:ea typeface="Malgun Gothic" pitchFamily="34" charset="-122"/>
                <a:cs typeface="Malgun Gothic" pitchFamily="34" charset="-120"/>
              </a:rPr>
              <a:t>commit은 자주</a:t>
            </a:r>
            <a:endParaRPr lang="en-US" sz="1800" dirty="0"/>
          </a:p>
        </p:txBody>
      </p:sp>
      <p:sp>
        <p:nvSpPr>
          <p:cNvPr id="35" name="Text 33"/>
          <p:cNvSpPr txBox="1"/>
          <p:nvPr/>
        </p:nvSpPr>
        <p:spPr>
          <a:xfrm>
            <a:off x="3520440" y="4114800"/>
            <a:ext cx="2103120" cy="411480"/>
          </a:xfrm>
          <a:prstGeom prst="rect">
            <a:avLst/>
          </a:prstGeom>
          <a:noFill/>
          <a:ln/>
        </p:spPr>
        <p:txBody>
          <a:bodyPr wrap="square" lIns="0" tIns="0" rIns="0" bIns="0" rtlCol="0" anchor="t"/>
          <a:lstStyle/>
          <a:p>
            <a:pPr indent="0" marL="0">
              <a:buNone/>
            </a:pPr>
            <a:r>
              <a:rPr lang="en-US" sz="1400" dirty="0">
                <a:solidFill>
                  <a:srgbClr val="6B7B8C"/>
                </a:solidFill>
                <a:latin typeface="Malgun Gothic" pitchFamily="34" charset="0"/>
                <a:ea typeface="Malgun Gothic" pitchFamily="34" charset="-122"/>
                <a:cs typeface="Malgun Gothic" pitchFamily="34" charset="-120"/>
              </a:rPr>
              <a:t>작업 기록을 촘촘히 남김</a:t>
            </a:r>
            <a:endParaRPr lang="en-US" sz="1400" dirty="0"/>
          </a:p>
        </p:txBody>
      </p:sp>
      <p:sp>
        <p:nvSpPr>
          <p:cNvPr id="36" name="Shape 34"/>
          <p:cNvSpPr/>
          <p:nvPr/>
        </p:nvSpPr>
        <p:spPr>
          <a:xfrm>
            <a:off x="6126480" y="3063240"/>
            <a:ext cx="2560320" cy="1554480"/>
          </a:xfrm>
          <a:prstGeom prst="roundRect">
            <a:avLst>
              <a:gd name="adj" fmla="val 7059"/>
            </a:avLst>
          </a:prstGeom>
          <a:solidFill>
            <a:srgbClr val="FFFFFF"/>
          </a:solidFill>
          <a:ln w="12700">
            <a:solidFill>
              <a:srgbClr val="D5E3EE"/>
            </a:solidFill>
            <a:prstDash val="solid"/>
          </a:ln>
        </p:spPr>
      </p:sp>
      <p:sp>
        <p:nvSpPr>
          <p:cNvPr id="37" name="Text 35"/>
          <p:cNvSpPr txBox="1"/>
          <p:nvPr/>
        </p:nvSpPr>
        <p:spPr>
          <a:xfrm>
            <a:off x="6355080" y="3291840"/>
            <a:ext cx="411480" cy="411480"/>
          </a:xfrm>
          <a:prstGeom prst="rect">
            <a:avLst/>
          </a:prstGeom>
          <a:noFill/>
          <a:ln/>
        </p:spPr>
        <p:txBody>
          <a:bodyPr wrap="square" lIns="0" tIns="0" rIns="0" bIns="0" rtlCol="0" anchor="ctr"/>
          <a:lstStyle/>
          <a:p>
            <a:pPr indent="0" marL="0">
              <a:buNone/>
            </a:pPr>
            <a:r>
              <a:rPr lang="en-US" sz="1600" b="1" dirty="0">
                <a:solidFill>
                  <a:srgbClr val="1B3A6B"/>
                </a:solidFill>
                <a:latin typeface="Malgun Gothic" pitchFamily="34" charset="0"/>
                <a:ea typeface="Malgun Gothic" pitchFamily="34" charset="-122"/>
                <a:cs typeface="Malgun Gothic" pitchFamily="34" charset="-120"/>
              </a:rPr>
              <a:t>3</a:t>
            </a:r>
            <a:endParaRPr lang="en-US" sz="1600" dirty="0"/>
          </a:p>
        </p:txBody>
      </p:sp>
      <p:sp>
        <p:nvSpPr>
          <p:cNvPr id="38" name="Text 36"/>
          <p:cNvSpPr txBox="1"/>
          <p:nvPr/>
        </p:nvSpPr>
        <p:spPr>
          <a:xfrm>
            <a:off x="6355080" y="3749040"/>
            <a:ext cx="2103120" cy="365760"/>
          </a:xfrm>
          <a:prstGeom prst="rect">
            <a:avLst/>
          </a:prstGeom>
          <a:noFill/>
          <a:ln/>
        </p:spPr>
        <p:txBody>
          <a:bodyPr wrap="square" lIns="0" tIns="0" rIns="0" bIns="0" rtlCol="0" anchor="ctr"/>
          <a:lstStyle/>
          <a:p>
            <a:pPr indent="0" marL="0">
              <a:buNone/>
            </a:pPr>
            <a:r>
              <a:rPr lang="en-US" sz="1800" b="1" dirty="0">
                <a:solidFill>
                  <a:srgbClr val="34495E"/>
                </a:solidFill>
                <a:latin typeface="Malgun Gothic" pitchFamily="34" charset="0"/>
                <a:ea typeface="Malgun Gothic" pitchFamily="34" charset="-122"/>
                <a:cs typeface="Malgun Gothic" pitchFamily="34" charset="-120"/>
              </a:rPr>
              <a:t>PR은 문서 완성 후</a:t>
            </a:r>
            <a:endParaRPr lang="en-US" sz="1800" dirty="0"/>
          </a:p>
        </p:txBody>
      </p:sp>
      <p:sp>
        <p:nvSpPr>
          <p:cNvPr id="39" name="Text 37"/>
          <p:cNvSpPr txBox="1"/>
          <p:nvPr/>
        </p:nvSpPr>
        <p:spPr>
          <a:xfrm>
            <a:off x="6355080" y="4114800"/>
            <a:ext cx="2103120" cy="411480"/>
          </a:xfrm>
          <a:prstGeom prst="rect">
            <a:avLst/>
          </a:prstGeom>
          <a:noFill/>
          <a:ln/>
        </p:spPr>
        <p:txBody>
          <a:bodyPr wrap="square" lIns="0" tIns="0" rIns="0" bIns="0" rtlCol="0" anchor="t"/>
          <a:lstStyle/>
          <a:p>
            <a:pPr indent="0" marL="0">
              <a:buNone/>
            </a:pPr>
            <a:r>
              <a:rPr lang="en-US" sz="1400" dirty="0">
                <a:solidFill>
                  <a:srgbClr val="6B7B8C"/>
                </a:solidFill>
                <a:latin typeface="Malgun Gothic" pitchFamily="34" charset="0"/>
                <a:ea typeface="Malgun Gothic" pitchFamily="34" charset="-122"/>
                <a:cs typeface="Malgun Gothic" pitchFamily="34" charset="-120"/>
              </a:rPr>
              <a:t>리뷰가 쉽고 미완성 글이</a:t>
            </a:r>
            <a:endParaRPr lang="en-US" sz="1400" dirty="0"/>
          </a:p>
          <a:p>
            <a:pPr indent="0" marL="0">
              <a:buNone/>
            </a:pPr>
            <a:r>
              <a:rPr lang="en-US" sz="1400" dirty="0">
                <a:solidFill>
                  <a:srgbClr val="6B7B8C"/>
                </a:solidFill>
                <a:latin typeface="Malgun Gothic" pitchFamily="34" charset="0"/>
                <a:ea typeface="Malgun Gothic" pitchFamily="34" charset="-122"/>
                <a:cs typeface="Malgun Gothic" pitchFamily="34" charset="-120"/>
              </a:rPr>
              <a:t>섞이지 않음</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400" b="1" dirty="0">
                <a:solidFill>
                  <a:srgbClr val="34495E"/>
                </a:solidFill>
                <a:latin typeface="Malgun Gothic" pitchFamily="34" charset="0"/>
                <a:ea typeface="Malgun Gothic" pitchFamily="34" charset="-122"/>
                <a:cs typeface="Malgun Gothic" pitchFamily="34" charset="-120"/>
              </a:rPr>
              <a:t>느낀점</a:t>
            </a:r>
            <a:endParaRPr lang="en-US" sz="3400" dirty="0"/>
          </a:p>
        </p:txBody>
      </p:sp>
      <p:sp>
        <p:nvSpPr>
          <p:cNvPr id="3" name="Shape 1"/>
          <p:cNvSpPr/>
          <p:nvPr/>
        </p:nvSpPr>
        <p:spPr>
          <a:xfrm>
            <a:off x="457200" y="1188720"/>
            <a:ext cx="4846320" cy="612648"/>
          </a:xfrm>
          <a:prstGeom prst="roundRect">
            <a:avLst>
              <a:gd name="adj" fmla="val 17910"/>
            </a:avLst>
          </a:prstGeom>
          <a:solidFill>
            <a:srgbClr val="F1F6FA"/>
          </a:solidFill>
          <a:ln w="12700">
            <a:solidFill>
              <a:srgbClr val="F1F6FA"/>
            </a:solidFill>
            <a:prstDash val="solid"/>
          </a:ln>
        </p:spPr>
      </p:sp>
      <p:sp>
        <p:nvSpPr>
          <p:cNvPr id="4" name="Text 2"/>
          <p:cNvSpPr txBox="1"/>
          <p:nvPr/>
        </p:nvSpPr>
        <p:spPr>
          <a:xfrm>
            <a:off x="640080" y="1188720"/>
            <a:ext cx="822960" cy="612648"/>
          </a:xfrm>
          <a:prstGeom prst="rect">
            <a:avLst/>
          </a:prstGeom>
          <a:noFill/>
          <a:ln/>
        </p:spPr>
        <p:txBody>
          <a:bodyPr wrap="square" lIns="0" tIns="0" rIns="0" bIns="0" rtlCol="0" anchor="ctr"/>
          <a:lstStyle/>
          <a:p>
            <a:pPr indent="0" marL="0">
              <a:buNone/>
            </a:pPr>
            <a:r>
              <a:rPr lang="en-US" sz="1400" b="1" dirty="0">
                <a:solidFill>
                  <a:srgbClr val="1B3A6B"/>
                </a:solidFill>
                <a:latin typeface="Malgun Gothic" pitchFamily="34" charset="0"/>
                <a:ea typeface="Malgun Gothic" pitchFamily="34" charset="-122"/>
                <a:cs typeface="Malgun Gothic" pitchFamily="34" charset="-120"/>
              </a:rPr>
              <a:t>곽민서</a:t>
            </a:r>
            <a:endParaRPr lang="en-US" sz="1400" dirty="0"/>
          </a:p>
        </p:txBody>
      </p:sp>
      <p:sp>
        <p:nvSpPr>
          <p:cNvPr id="5" name="Text 3"/>
          <p:cNvSpPr txBox="1"/>
          <p:nvPr/>
        </p:nvSpPr>
        <p:spPr>
          <a:xfrm>
            <a:off x="1463040" y="1188720"/>
            <a:ext cx="3749040" cy="612648"/>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규칙을 정해 각자 작업하니</a:t>
            </a:r>
            <a:endParaRPr lang="en-US" sz="1400" dirty="0"/>
          </a:p>
          <a:p>
            <a:pPr indent="0" marL="0">
              <a:buNone/>
            </a:pPr>
            <a:r>
              <a:rPr lang="en-US" sz="1400" dirty="0">
                <a:solidFill>
                  <a:srgbClr val="34495E"/>
                </a:solidFill>
                <a:latin typeface="Malgun Gothic" pitchFamily="34" charset="0"/>
                <a:ea typeface="Malgun Gothic" pitchFamily="34" charset="-122"/>
                <a:cs typeface="Malgun Gothic" pitchFamily="34" charset="-120"/>
              </a:rPr>
              <a:t>충돌 없이 효율적이었다</a:t>
            </a:r>
            <a:endParaRPr lang="en-US" sz="1400" dirty="0"/>
          </a:p>
        </p:txBody>
      </p:sp>
      <p:sp>
        <p:nvSpPr>
          <p:cNvPr id="6" name="Shape 4"/>
          <p:cNvSpPr/>
          <p:nvPr/>
        </p:nvSpPr>
        <p:spPr>
          <a:xfrm>
            <a:off x="457200" y="1874520"/>
            <a:ext cx="4846320" cy="612648"/>
          </a:xfrm>
          <a:prstGeom prst="roundRect">
            <a:avLst>
              <a:gd name="adj" fmla="val 17910"/>
            </a:avLst>
          </a:prstGeom>
          <a:solidFill>
            <a:srgbClr val="F1F6FA"/>
          </a:solidFill>
          <a:ln w="12700">
            <a:solidFill>
              <a:srgbClr val="F1F6FA"/>
            </a:solidFill>
            <a:prstDash val="solid"/>
          </a:ln>
        </p:spPr>
      </p:sp>
      <p:sp>
        <p:nvSpPr>
          <p:cNvPr id="7" name="Text 5"/>
          <p:cNvSpPr txBox="1"/>
          <p:nvPr/>
        </p:nvSpPr>
        <p:spPr>
          <a:xfrm>
            <a:off x="640080" y="1874520"/>
            <a:ext cx="822960" cy="612648"/>
          </a:xfrm>
          <a:prstGeom prst="rect">
            <a:avLst/>
          </a:prstGeom>
          <a:noFill/>
          <a:ln/>
        </p:spPr>
        <p:txBody>
          <a:bodyPr wrap="square" lIns="0" tIns="0" rIns="0" bIns="0" rtlCol="0" anchor="ctr"/>
          <a:lstStyle/>
          <a:p>
            <a:pPr indent="0" marL="0">
              <a:buNone/>
            </a:pPr>
            <a:r>
              <a:rPr lang="en-US" sz="1400" b="1" dirty="0">
                <a:solidFill>
                  <a:srgbClr val="1B3A6B"/>
                </a:solidFill>
                <a:latin typeface="Malgun Gothic" pitchFamily="34" charset="0"/>
                <a:ea typeface="Malgun Gothic" pitchFamily="34" charset="-122"/>
                <a:cs typeface="Malgun Gothic" pitchFamily="34" charset="-120"/>
              </a:rPr>
              <a:t>권보민</a:t>
            </a:r>
            <a:endParaRPr lang="en-US" sz="1400" dirty="0"/>
          </a:p>
        </p:txBody>
      </p:sp>
      <p:sp>
        <p:nvSpPr>
          <p:cNvPr id="8" name="Text 6"/>
          <p:cNvSpPr txBox="1"/>
          <p:nvPr/>
        </p:nvSpPr>
        <p:spPr>
          <a:xfrm>
            <a:off x="1463040" y="1874520"/>
            <a:ext cx="3749040" cy="612648"/>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브랜치와 커밋으로 기록하며</a:t>
            </a:r>
            <a:endParaRPr lang="en-US" sz="1400" dirty="0"/>
          </a:p>
          <a:p>
            <a:pPr indent="0" marL="0">
              <a:buNone/>
            </a:pPr>
            <a:r>
              <a:rPr lang="en-US" sz="1400" dirty="0">
                <a:solidFill>
                  <a:srgbClr val="34495E"/>
                </a:solidFill>
                <a:latin typeface="Malgun Gothic" pitchFamily="34" charset="0"/>
                <a:ea typeface="Malgun Gothic" pitchFamily="34" charset="-122"/>
                <a:cs typeface="Malgun Gothic" pitchFamily="34" charset="-120"/>
              </a:rPr>
              <a:t>버전 관리의 필요성을 느꼈다</a:t>
            </a:r>
            <a:endParaRPr lang="en-US" sz="1400" dirty="0"/>
          </a:p>
        </p:txBody>
      </p:sp>
      <p:sp>
        <p:nvSpPr>
          <p:cNvPr id="9" name="Shape 7"/>
          <p:cNvSpPr/>
          <p:nvPr/>
        </p:nvSpPr>
        <p:spPr>
          <a:xfrm>
            <a:off x="457200" y="2560320"/>
            <a:ext cx="4846320" cy="612648"/>
          </a:xfrm>
          <a:prstGeom prst="roundRect">
            <a:avLst>
              <a:gd name="adj" fmla="val 17910"/>
            </a:avLst>
          </a:prstGeom>
          <a:solidFill>
            <a:srgbClr val="F1F6FA"/>
          </a:solidFill>
          <a:ln w="12700">
            <a:solidFill>
              <a:srgbClr val="F1F6FA"/>
            </a:solidFill>
            <a:prstDash val="solid"/>
          </a:ln>
        </p:spPr>
      </p:sp>
      <p:sp>
        <p:nvSpPr>
          <p:cNvPr id="10" name="Text 8"/>
          <p:cNvSpPr txBox="1"/>
          <p:nvPr/>
        </p:nvSpPr>
        <p:spPr>
          <a:xfrm>
            <a:off x="640080" y="2560320"/>
            <a:ext cx="822960" cy="612648"/>
          </a:xfrm>
          <a:prstGeom prst="rect">
            <a:avLst/>
          </a:prstGeom>
          <a:noFill/>
          <a:ln/>
        </p:spPr>
        <p:txBody>
          <a:bodyPr wrap="square" lIns="0" tIns="0" rIns="0" bIns="0" rtlCol="0" anchor="ctr"/>
          <a:lstStyle/>
          <a:p>
            <a:pPr indent="0" marL="0">
              <a:buNone/>
            </a:pPr>
            <a:r>
              <a:rPr lang="en-US" sz="1400" b="1" dirty="0">
                <a:solidFill>
                  <a:srgbClr val="1B3A6B"/>
                </a:solidFill>
                <a:latin typeface="Malgun Gothic" pitchFamily="34" charset="0"/>
                <a:ea typeface="Malgun Gothic" pitchFamily="34" charset="-122"/>
                <a:cs typeface="Malgun Gothic" pitchFamily="34" charset="-120"/>
              </a:rPr>
              <a:t>서정빈</a:t>
            </a:r>
            <a:endParaRPr lang="en-US" sz="1400" dirty="0"/>
          </a:p>
        </p:txBody>
      </p:sp>
      <p:sp>
        <p:nvSpPr>
          <p:cNvPr id="11" name="Text 9"/>
          <p:cNvSpPr txBox="1"/>
          <p:nvPr/>
        </p:nvSpPr>
        <p:spPr>
          <a:xfrm>
            <a:off x="1463040" y="2560320"/>
            <a:ext cx="3749040" cy="612648"/>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PR과 merge로 통합하며</a:t>
            </a:r>
            <a:endParaRPr lang="en-US" sz="1400" dirty="0"/>
          </a:p>
          <a:p>
            <a:pPr indent="0" marL="0">
              <a:buNone/>
            </a:pPr>
            <a:r>
              <a:rPr lang="en-US" sz="1400" dirty="0">
                <a:solidFill>
                  <a:srgbClr val="34495E"/>
                </a:solidFill>
                <a:latin typeface="Malgun Gothic" pitchFamily="34" charset="0"/>
                <a:ea typeface="Malgun Gothic" pitchFamily="34" charset="-122"/>
                <a:cs typeface="Malgun Gothic" pitchFamily="34" charset="-120"/>
              </a:rPr>
              <a:t>협업의 실제 방식을 익혔다</a:t>
            </a:r>
            <a:endParaRPr lang="en-US" sz="1400" dirty="0"/>
          </a:p>
        </p:txBody>
      </p:sp>
      <p:sp>
        <p:nvSpPr>
          <p:cNvPr id="12" name="Shape 10"/>
          <p:cNvSpPr/>
          <p:nvPr/>
        </p:nvSpPr>
        <p:spPr>
          <a:xfrm>
            <a:off x="457200" y="3246120"/>
            <a:ext cx="4846320" cy="612648"/>
          </a:xfrm>
          <a:prstGeom prst="roundRect">
            <a:avLst>
              <a:gd name="adj" fmla="val 17910"/>
            </a:avLst>
          </a:prstGeom>
          <a:solidFill>
            <a:srgbClr val="F1F6FA"/>
          </a:solidFill>
          <a:ln w="12700">
            <a:solidFill>
              <a:srgbClr val="F1F6FA"/>
            </a:solidFill>
            <a:prstDash val="solid"/>
          </a:ln>
        </p:spPr>
      </p:sp>
      <p:sp>
        <p:nvSpPr>
          <p:cNvPr id="13" name="Text 11"/>
          <p:cNvSpPr txBox="1"/>
          <p:nvPr/>
        </p:nvSpPr>
        <p:spPr>
          <a:xfrm>
            <a:off x="640080" y="3246120"/>
            <a:ext cx="822960" cy="612648"/>
          </a:xfrm>
          <a:prstGeom prst="rect">
            <a:avLst/>
          </a:prstGeom>
          <a:noFill/>
          <a:ln/>
        </p:spPr>
        <p:txBody>
          <a:bodyPr wrap="square" lIns="0" tIns="0" rIns="0" bIns="0" rtlCol="0" anchor="ctr"/>
          <a:lstStyle/>
          <a:p>
            <a:pPr indent="0" marL="0">
              <a:buNone/>
            </a:pPr>
            <a:r>
              <a:rPr lang="en-US" sz="1400" b="1" dirty="0">
                <a:solidFill>
                  <a:srgbClr val="1B3A6B"/>
                </a:solidFill>
                <a:latin typeface="Malgun Gothic" pitchFamily="34" charset="0"/>
                <a:ea typeface="Malgun Gothic" pitchFamily="34" charset="-122"/>
                <a:cs typeface="Malgun Gothic" pitchFamily="34" charset="-120"/>
              </a:rPr>
              <a:t>허재원</a:t>
            </a:r>
            <a:endParaRPr lang="en-US" sz="1400" dirty="0"/>
          </a:p>
        </p:txBody>
      </p:sp>
      <p:sp>
        <p:nvSpPr>
          <p:cNvPr id="14" name="Text 12"/>
          <p:cNvSpPr txBox="1"/>
          <p:nvPr/>
        </p:nvSpPr>
        <p:spPr>
          <a:xfrm>
            <a:off x="1463040" y="3246120"/>
            <a:ext cx="3749040" cy="612648"/>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Pull Request의 개념과</a:t>
            </a:r>
            <a:endParaRPr lang="en-US" sz="1400" dirty="0"/>
          </a:p>
          <a:p>
            <a:pPr indent="0" marL="0">
              <a:buNone/>
            </a:pPr>
            <a:r>
              <a:rPr lang="en-US" sz="1400" dirty="0">
                <a:solidFill>
                  <a:srgbClr val="34495E"/>
                </a:solidFill>
                <a:latin typeface="Malgun Gothic" pitchFamily="34" charset="0"/>
                <a:ea typeface="Malgun Gothic" pitchFamily="34" charset="-122"/>
                <a:cs typeface="Malgun Gothic" pitchFamily="34" charset="-120"/>
              </a:rPr>
              <a:t>사용 목적을 이해했다</a:t>
            </a:r>
            <a:endParaRPr lang="en-US" sz="1400" dirty="0"/>
          </a:p>
        </p:txBody>
      </p:sp>
      <p:sp>
        <p:nvSpPr>
          <p:cNvPr id="15" name="Shape 13"/>
          <p:cNvSpPr/>
          <p:nvPr/>
        </p:nvSpPr>
        <p:spPr>
          <a:xfrm>
            <a:off x="457200" y="3931920"/>
            <a:ext cx="4846320" cy="612648"/>
          </a:xfrm>
          <a:prstGeom prst="roundRect">
            <a:avLst>
              <a:gd name="adj" fmla="val 17910"/>
            </a:avLst>
          </a:prstGeom>
          <a:solidFill>
            <a:srgbClr val="F1F6FA"/>
          </a:solidFill>
          <a:ln w="12700">
            <a:solidFill>
              <a:srgbClr val="F1F6FA"/>
            </a:solidFill>
            <a:prstDash val="solid"/>
          </a:ln>
        </p:spPr>
      </p:sp>
      <p:sp>
        <p:nvSpPr>
          <p:cNvPr id="16" name="Text 14"/>
          <p:cNvSpPr txBox="1"/>
          <p:nvPr/>
        </p:nvSpPr>
        <p:spPr>
          <a:xfrm>
            <a:off x="640080" y="3931920"/>
            <a:ext cx="822960" cy="612648"/>
          </a:xfrm>
          <a:prstGeom prst="rect">
            <a:avLst/>
          </a:prstGeom>
          <a:noFill/>
          <a:ln/>
        </p:spPr>
        <p:txBody>
          <a:bodyPr wrap="square" lIns="0" tIns="0" rIns="0" bIns="0" rtlCol="0" anchor="ctr"/>
          <a:lstStyle/>
          <a:p>
            <a:pPr indent="0" marL="0">
              <a:buNone/>
            </a:pPr>
            <a:r>
              <a:rPr lang="en-US" sz="1400" b="1" dirty="0">
                <a:solidFill>
                  <a:srgbClr val="1B3A6B"/>
                </a:solidFill>
                <a:latin typeface="Malgun Gothic" pitchFamily="34" charset="0"/>
                <a:ea typeface="Malgun Gothic" pitchFamily="34" charset="-122"/>
                <a:cs typeface="Malgun Gothic" pitchFamily="34" charset="-120"/>
              </a:rPr>
              <a:t>조은서</a:t>
            </a:r>
            <a:endParaRPr lang="en-US" sz="1400" dirty="0"/>
          </a:p>
        </p:txBody>
      </p:sp>
      <p:sp>
        <p:nvSpPr>
          <p:cNvPr id="17" name="Text 15"/>
          <p:cNvSpPr txBox="1"/>
          <p:nvPr/>
        </p:nvSpPr>
        <p:spPr>
          <a:xfrm>
            <a:off x="1463040" y="3931920"/>
            <a:ext cx="3749040" cy="612648"/>
          </a:xfrm>
          <a:prstGeom prst="rect">
            <a:avLst/>
          </a:prstGeom>
          <a:noFill/>
          <a:ln/>
        </p:spPr>
        <p:txBody>
          <a:bodyPr wrap="square" lIns="0" tIns="0" rIns="0" bIns="0" rtlCol="0" anchor="ctr"/>
          <a:lstStyle/>
          <a:p>
            <a:pPr indent="0" marL="0">
              <a:buNone/>
            </a:pPr>
            <a:r>
              <a:rPr lang="en-US" sz="1400" dirty="0">
                <a:solidFill>
                  <a:srgbClr val="34495E"/>
                </a:solidFill>
                <a:latin typeface="Malgun Gothic" pitchFamily="34" charset="0"/>
                <a:ea typeface="Malgun Gothic" pitchFamily="34" charset="-122"/>
                <a:cs typeface="Malgun Gothic" pitchFamily="34" charset="-120"/>
              </a:rPr>
              <a:t>GitHub는 저장 공간이 아닌</a:t>
            </a:r>
            <a:endParaRPr lang="en-US" sz="1400" dirty="0"/>
          </a:p>
          <a:p>
            <a:pPr indent="0" marL="0">
              <a:buNone/>
            </a:pPr>
            <a:r>
              <a:rPr lang="en-US" sz="1400" dirty="0">
                <a:solidFill>
                  <a:srgbClr val="34495E"/>
                </a:solidFill>
                <a:latin typeface="Malgun Gothic" pitchFamily="34" charset="0"/>
                <a:ea typeface="Malgun Gothic" pitchFamily="34" charset="-122"/>
                <a:cs typeface="Malgun Gothic" pitchFamily="34" charset="-120"/>
              </a:rPr>
              <a:t>협업을 돕는 도구라고 느꼈다</a:t>
            </a:r>
            <a:endParaRPr lang="en-US" sz="1400" dirty="0"/>
          </a:p>
        </p:txBody>
      </p:sp>
      <p:sp>
        <p:nvSpPr>
          <p:cNvPr id="18" name="Shape 16"/>
          <p:cNvSpPr/>
          <p:nvPr/>
        </p:nvSpPr>
        <p:spPr>
          <a:xfrm>
            <a:off x="5577840" y="1188720"/>
            <a:ext cx="3108960" cy="3355848"/>
          </a:xfrm>
          <a:prstGeom prst="roundRect">
            <a:avLst>
              <a:gd name="adj" fmla="val 3529"/>
            </a:avLst>
          </a:prstGeom>
          <a:solidFill>
            <a:srgbClr val="1B3A6B"/>
          </a:solidFill>
          <a:ln w="12700">
            <a:solidFill>
              <a:srgbClr val="1B3A6B"/>
            </a:solidFill>
            <a:prstDash val="solid"/>
          </a:ln>
        </p:spPr>
      </p:sp>
      <p:sp>
        <p:nvSpPr>
          <p:cNvPr id="19" name="Text 17"/>
          <p:cNvSpPr txBox="1"/>
          <p:nvPr/>
        </p:nvSpPr>
        <p:spPr>
          <a:xfrm>
            <a:off x="5806440" y="1353312"/>
            <a:ext cx="2743200" cy="365760"/>
          </a:xfrm>
          <a:prstGeom prst="rect">
            <a:avLst/>
          </a:prstGeom>
          <a:noFill/>
          <a:ln/>
        </p:spPr>
        <p:txBody>
          <a:bodyPr wrap="square" lIns="0" tIns="0" rIns="0" bIns="0" rtlCol="0" anchor="ctr"/>
          <a:lstStyle/>
          <a:p>
            <a:pPr indent="0" marL="0">
              <a:buNone/>
            </a:pPr>
            <a:r>
              <a:rPr lang="en-US" sz="2000" b="1" dirty="0">
                <a:solidFill>
                  <a:srgbClr val="FFFFFF"/>
                </a:solidFill>
                <a:latin typeface="Malgun Gothic" pitchFamily="34" charset="0"/>
                <a:ea typeface="Malgun Gothic" pitchFamily="34" charset="-122"/>
                <a:cs typeface="Malgun Gothic" pitchFamily="34" charset="-120"/>
              </a:rPr>
              <a:t>김부찬</a:t>
            </a:r>
            <a:endParaRPr lang="en-US" sz="2000" dirty="0"/>
          </a:p>
        </p:txBody>
      </p:sp>
      <p:sp>
        <p:nvSpPr>
          <p:cNvPr id="20" name="Shape 18"/>
          <p:cNvSpPr/>
          <p:nvPr/>
        </p:nvSpPr>
        <p:spPr>
          <a:xfrm>
            <a:off x="5806440" y="1993392"/>
            <a:ext cx="91440" cy="91440"/>
          </a:xfrm>
          <a:prstGeom prst="ellipse">
            <a:avLst/>
          </a:prstGeom>
          <a:solidFill>
            <a:srgbClr val="FFFFFF"/>
          </a:solidFill>
          <a:ln w="12700">
            <a:solidFill>
              <a:srgbClr val="FFFFFF"/>
            </a:solidFill>
            <a:prstDash val="solid"/>
          </a:ln>
        </p:spPr>
      </p:sp>
      <p:sp>
        <p:nvSpPr>
          <p:cNvPr id="21" name="Text 19"/>
          <p:cNvSpPr txBox="1"/>
          <p:nvPr/>
        </p:nvSpPr>
        <p:spPr>
          <a:xfrm>
            <a:off x="6035040" y="1920240"/>
            <a:ext cx="2560320" cy="640080"/>
          </a:xfrm>
          <a:prstGeom prst="rect">
            <a:avLst/>
          </a:prstGeom>
          <a:noFill/>
          <a:ln/>
        </p:spPr>
        <p:txBody>
          <a:bodyPr wrap="square" lIns="0" tIns="0" rIns="0" bIns="0" rtlCol="0" anchor="t"/>
          <a:lstStyle/>
          <a:p>
            <a:pPr indent="0" marL="0">
              <a:buNone/>
            </a:pPr>
            <a:r>
              <a:rPr lang="en-US" sz="1400" dirty="0">
                <a:solidFill>
                  <a:srgbClr val="FFFFFF"/>
                </a:solidFill>
                <a:latin typeface="Malgun Gothic" pitchFamily="34" charset="0"/>
                <a:ea typeface="Malgun Gothic" pitchFamily="34" charset="-122"/>
                <a:cs typeface="Malgun Gothic" pitchFamily="34" charset="-120"/>
              </a:rPr>
              <a:t>팀원이 읽으니</a:t>
            </a:r>
            <a:endParaRPr lang="en-US" sz="1400" dirty="0"/>
          </a:p>
          <a:p>
            <a:pPr indent="0" marL="0">
              <a:buNone/>
            </a:pPr>
            <a:r>
              <a:rPr lang="en-US" sz="1400" dirty="0">
                <a:solidFill>
                  <a:srgbClr val="FFFFFF"/>
                </a:solidFill>
                <a:latin typeface="Malgun Gothic" pitchFamily="34" charset="0"/>
                <a:ea typeface="Malgun Gothic" pitchFamily="34" charset="-122"/>
                <a:cs typeface="Malgun Gothic" pitchFamily="34" charset="-120"/>
              </a:rPr>
              <a:t>커밋 메시지 가독성이 중요</a:t>
            </a:r>
            <a:endParaRPr lang="en-US" sz="1400" dirty="0"/>
          </a:p>
        </p:txBody>
      </p:sp>
      <p:sp>
        <p:nvSpPr>
          <p:cNvPr id="22" name="Shape 20"/>
          <p:cNvSpPr/>
          <p:nvPr/>
        </p:nvSpPr>
        <p:spPr>
          <a:xfrm>
            <a:off x="5806440" y="2862072"/>
            <a:ext cx="91440" cy="91440"/>
          </a:xfrm>
          <a:prstGeom prst="ellipse">
            <a:avLst/>
          </a:prstGeom>
          <a:solidFill>
            <a:srgbClr val="FFFFFF"/>
          </a:solidFill>
          <a:ln w="12700">
            <a:solidFill>
              <a:srgbClr val="FFFFFF"/>
            </a:solidFill>
            <a:prstDash val="solid"/>
          </a:ln>
        </p:spPr>
      </p:sp>
      <p:sp>
        <p:nvSpPr>
          <p:cNvPr id="23" name="Text 21"/>
          <p:cNvSpPr txBox="1"/>
          <p:nvPr/>
        </p:nvSpPr>
        <p:spPr>
          <a:xfrm>
            <a:off x="6035040" y="2788920"/>
            <a:ext cx="2560320" cy="640080"/>
          </a:xfrm>
          <a:prstGeom prst="rect">
            <a:avLst/>
          </a:prstGeom>
          <a:noFill/>
          <a:ln/>
        </p:spPr>
        <p:txBody>
          <a:bodyPr wrap="square" lIns="0" tIns="0" rIns="0" bIns="0" rtlCol="0" anchor="t"/>
          <a:lstStyle/>
          <a:p>
            <a:pPr indent="0" marL="0">
              <a:buNone/>
            </a:pPr>
            <a:r>
              <a:rPr lang="en-US" sz="1400" dirty="0">
                <a:solidFill>
                  <a:srgbClr val="FFFFFF"/>
                </a:solidFill>
                <a:latin typeface="Malgun Gothic" pitchFamily="34" charset="0"/>
                <a:ea typeface="Malgun Gothic" pitchFamily="34" charset="-122"/>
                <a:cs typeface="Malgun Gothic" pitchFamily="34" charset="-120"/>
              </a:rPr>
              <a:t>AI 글은 정확하지만 길다</a:t>
            </a:r>
            <a:endParaRPr lang="en-US" sz="1400" dirty="0"/>
          </a:p>
          <a:p>
            <a:pPr indent="0" marL="0">
              <a:buNone/>
            </a:pPr>
            <a:r>
              <a:rPr lang="en-US" sz="1400" dirty="0">
                <a:solidFill>
                  <a:srgbClr val="FFFFFF"/>
                </a:solidFill>
                <a:latin typeface="Malgun Gothic" pitchFamily="34" charset="0"/>
                <a:ea typeface="Malgun Gothic" pitchFamily="34" charset="-122"/>
                <a:cs typeface="Malgun Gothic" pitchFamily="34" charset="-120"/>
              </a:rPr>
              <a:t>핵심만 쓰는 배려가 필요</a:t>
            </a:r>
            <a:endParaRPr lang="en-US" sz="1400" dirty="0"/>
          </a:p>
        </p:txBody>
      </p:sp>
      <p:sp>
        <p:nvSpPr>
          <p:cNvPr id="24" name="Shape 22"/>
          <p:cNvSpPr/>
          <p:nvPr/>
        </p:nvSpPr>
        <p:spPr>
          <a:xfrm>
            <a:off x="5806440" y="3730752"/>
            <a:ext cx="91440" cy="91440"/>
          </a:xfrm>
          <a:prstGeom prst="ellipse">
            <a:avLst/>
          </a:prstGeom>
          <a:solidFill>
            <a:srgbClr val="FFFFFF"/>
          </a:solidFill>
          <a:ln w="12700">
            <a:solidFill>
              <a:srgbClr val="FFFFFF"/>
            </a:solidFill>
            <a:prstDash val="solid"/>
          </a:ln>
        </p:spPr>
      </p:sp>
      <p:sp>
        <p:nvSpPr>
          <p:cNvPr id="25" name="Text 23"/>
          <p:cNvSpPr txBox="1"/>
          <p:nvPr/>
        </p:nvSpPr>
        <p:spPr>
          <a:xfrm>
            <a:off x="6035040" y="3657600"/>
            <a:ext cx="2560320" cy="640080"/>
          </a:xfrm>
          <a:prstGeom prst="rect">
            <a:avLst/>
          </a:prstGeom>
          <a:noFill/>
          <a:ln/>
        </p:spPr>
        <p:txBody>
          <a:bodyPr wrap="square" lIns="0" tIns="0" rIns="0" bIns="0" rtlCol="0" anchor="t"/>
          <a:lstStyle/>
          <a:p>
            <a:pPr indent="0" marL="0">
              <a:buNone/>
            </a:pPr>
            <a:r>
              <a:rPr lang="en-US" sz="1400" dirty="0">
                <a:solidFill>
                  <a:srgbClr val="FFFFFF"/>
                </a:solidFill>
                <a:latin typeface="Malgun Gothic" pitchFamily="34" charset="0"/>
                <a:ea typeface="Malgun Gothic" pitchFamily="34" charset="-122"/>
                <a:cs typeface="Malgun Gothic" pitchFamily="34" charset="-120"/>
              </a:rPr>
              <a:t>커밋·PR 용어를 팀이</a:t>
            </a:r>
            <a:endParaRPr lang="en-US" sz="1400" dirty="0"/>
          </a:p>
          <a:p>
            <a:pPr indent="0" marL="0">
              <a:buNone/>
            </a:pPr>
            <a:r>
              <a:rPr lang="en-US" sz="1400" dirty="0">
                <a:solidFill>
                  <a:srgbClr val="FFFFFF"/>
                </a:solidFill>
                <a:latin typeface="Malgun Gothic" pitchFamily="34" charset="0"/>
                <a:ea typeface="Malgun Gothic" pitchFamily="34" charset="-122"/>
                <a:cs typeface="Malgun Gothic" pitchFamily="34" charset="-120"/>
              </a:rPr>
              <a:t>미리 정하면 더 빠르다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400" b="1" dirty="0">
                <a:solidFill>
                  <a:srgbClr val="34495E"/>
                </a:solidFill>
                <a:latin typeface="Malgun Gothic" pitchFamily="34" charset="0"/>
                <a:ea typeface="Malgun Gothic" pitchFamily="34" charset="-122"/>
                <a:cs typeface="Malgun Gothic" pitchFamily="34" charset="-120"/>
              </a:rPr>
              <a:t>Appendix · 팀원 소감 전문 1/3</a:t>
            </a:r>
            <a:endParaRPr lang="en-US" sz="3400" dirty="0"/>
          </a:p>
        </p:txBody>
      </p:sp>
      <p:sp>
        <p:nvSpPr>
          <p:cNvPr id="3" name="Shape 1"/>
          <p:cNvSpPr/>
          <p:nvPr/>
        </p:nvSpPr>
        <p:spPr>
          <a:xfrm>
            <a:off x="457200" y="1143000"/>
            <a:ext cx="4023360" cy="3611880"/>
          </a:xfrm>
          <a:prstGeom prst="roundRect">
            <a:avLst>
              <a:gd name="adj" fmla="val 3038"/>
            </a:avLst>
          </a:prstGeom>
          <a:solidFill>
            <a:srgbClr val="F1F6FA"/>
          </a:solidFill>
          <a:ln w="12700">
            <a:solidFill>
              <a:srgbClr val="F1F6FA"/>
            </a:solidFill>
            <a:prstDash val="solid"/>
          </a:ln>
        </p:spPr>
      </p:sp>
      <p:sp>
        <p:nvSpPr>
          <p:cNvPr id="4" name="Text 2"/>
          <p:cNvSpPr txBox="1"/>
          <p:nvPr/>
        </p:nvSpPr>
        <p:spPr>
          <a:xfrm>
            <a:off x="640080" y="1261872"/>
            <a:ext cx="3657600" cy="320040"/>
          </a:xfrm>
          <a:prstGeom prst="rect">
            <a:avLst/>
          </a:prstGeom>
          <a:noFill/>
          <a:ln/>
        </p:spPr>
        <p:txBody>
          <a:bodyPr wrap="square" lIns="0" tIns="0" rIns="0" bIns="0" rtlCol="0" anchor="ctr"/>
          <a:lstStyle/>
          <a:p>
            <a:pPr indent="0" marL="0">
              <a:buNone/>
            </a:pPr>
            <a:r>
              <a:rPr lang="en-US" sz="1600" b="1" dirty="0">
                <a:solidFill>
                  <a:srgbClr val="1B3A6B"/>
                </a:solidFill>
                <a:latin typeface="Malgun Gothic" pitchFamily="34" charset="0"/>
                <a:ea typeface="Malgun Gothic" pitchFamily="34" charset="-122"/>
                <a:cs typeface="Malgun Gothic" pitchFamily="34" charset="-120"/>
              </a:rPr>
              <a:t>곽민서</a:t>
            </a:r>
            <a:endParaRPr lang="en-US" sz="1600" dirty="0"/>
          </a:p>
        </p:txBody>
      </p:sp>
      <p:sp>
        <p:nvSpPr>
          <p:cNvPr id="5" name="Text 3"/>
          <p:cNvSpPr txBox="1"/>
          <p:nvPr/>
        </p:nvSpPr>
        <p:spPr>
          <a:xfrm>
            <a:off x="640080" y="1645920"/>
            <a:ext cx="3657600" cy="3017520"/>
          </a:xfrm>
          <a:prstGeom prst="rect">
            <a:avLst/>
          </a:prstGeom>
          <a:noFill/>
          <a:ln/>
        </p:spPr>
        <p:txBody>
          <a:bodyPr wrap="square" lIns="0" tIns="0" rIns="0" bIns="0" rtlCol="0" anchor="t"/>
          <a:lstStyle/>
          <a:p>
            <a:pPr indent="0" marL="0">
              <a:spcAft>
                <a:spcPts val="400"/>
              </a:spcAft>
              <a:buNone/>
            </a:pPr>
            <a:r>
              <a:rPr lang="en-US" sz="1200" dirty="0">
                <a:solidFill>
                  <a:srgbClr val="34495E"/>
                </a:solidFill>
                <a:latin typeface="Malgun Gothic" pitchFamily="34" charset="0"/>
                <a:ea typeface="Malgun Gothic" pitchFamily="34" charset="-122"/>
                <a:cs typeface="Malgun Gothic" pitchFamily="34" charset="-120"/>
              </a:rPr>
              <a:t>이번 협업 과제를 통해 깃허브를 처음 사용해 보았다. 처음에는 사용 방법과 용어가 낯설어 어렵게 느껴졌지만, 직접 md파일을 작성하고 오류를 수정해 나가면서 마크다운 문법과 깃허브 사용법을 익힐 수 있어서 유익했다. 가장 인상깊었던 점은 팀원들과 협업 규칙을 정하고 규칙에 따라 각자 작업하니, 다른 방식으로 협업을 했을 때보다 비교적 충돌 없이 효율적인 협업이 가능했다는 점이다. 또한 각자의 작업내용과 수정 기록이 남아있어 작업 과정을 파악하기에도 편리했다. 이번 과제를 계기로 앞으로도 깃허브를 기반으로 협업 활동들을 해나가고 싶다.</a:t>
            </a:r>
            <a:endParaRPr lang="en-US" sz="1200" dirty="0"/>
          </a:p>
        </p:txBody>
      </p:sp>
      <p:sp>
        <p:nvSpPr>
          <p:cNvPr id="6" name="Shape 4"/>
          <p:cNvSpPr/>
          <p:nvPr/>
        </p:nvSpPr>
        <p:spPr>
          <a:xfrm>
            <a:off x="4663440" y="1143000"/>
            <a:ext cx="4023360" cy="3611880"/>
          </a:xfrm>
          <a:prstGeom prst="roundRect">
            <a:avLst>
              <a:gd name="adj" fmla="val 3038"/>
            </a:avLst>
          </a:prstGeom>
          <a:solidFill>
            <a:srgbClr val="F1F6FA"/>
          </a:solidFill>
          <a:ln w="12700">
            <a:solidFill>
              <a:srgbClr val="F1F6FA"/>
            </a:solidFill>
            <a:prstDash val="solid"/>
          </a:ln>
        </p:spPr>
      </p:sp>
      <p:sp>
        <p:nvSpPr>
          <p:cNvPr id="7" name="Text 5"/>
          <p:cNvSpPr txBox="1"/>
          <p:nvPr/>
        </p:nvSpPr>
        <p:spPr>
          <a:xfrm>
            <a:off x="4846320" y="1261872"/>
            <a:ext cx="3657600" cy="320040"/>
          </a:xfrm>
          <a:prstGeom prst="rect">
            <a:avLst/>
          </a:prstGeom>
          <a:noFill/>
          <a:ln/>
        </p:spPr>
        <p:txBody>
          <a:bodyPr wrap="square" lIns="0" tIns="0" rIns="0" bIns="0" rtlCol="0" anchor="ctr"/>
          <a:lstStyle/>
          <a:p>
            <a:pPr indent="0" marL="0">
              <a:buNone/>
            </a:pPr>
            <a:r>
              <a:rPr lang="en-US" sz="1600" b="1" dirty="0">
                <a:solidFill>
                  <a:srgbClr val="1B3A6B"/>
                </a:solidFill>
                <a:latin typeface="Malgun Gothic" pitchFamily="34" charset="0"/>
                <a:ea typeface="Malgun Gothic" pitchFamily="34" charset="-122"/>
                <a:cs typeface="Malgun Gothic" pitchFamily="34" charset="-120"/>
              </a:rPr>
              <a:t>권보민</a:t>
            </a:r>
            <a:endParaRPr lang="en-US" sz="1600" dirty="0"/>
          </a:p>
        </p:txBody>
      </p:sp>
      <p:sp>
        <p:nvSpPr>
          <p:cNvPr id="8" name="Text 6"/>
          <p:cNvSpPr txBox="1"/>
          <p:nvPr/>
        </p:nvSpPr>
        <p:spPr>
          <a:xfrm>
            <a:off x="4846320" y="1645920"/>
            <a:ext cx="3657600" cy="3017520"/>
          </a:xfrm>
          <a:prstGeom prst="rect">
            <a:avLst/>
          </a:prstGeom>
          <a:noFill/>
          <a:ln/>
        </p:spPr>
        <p:txBody>
          <a:bodyPr wrap="square" lIns="0" tIns="0" rIns="0" bIns="0" rtlCol="0" anchor="t"/>
          <a:lstStyle/>
          <a:p>
            <a:pPr indent="0" marL="0">
              <a:spcAft>
                <a:spcPts val="400"/>
              </a:spcAft>
              <a:buNone/>
            </a:pPr>
            <a:r>
              <a:rPr lang="en-US" sz="1200" dirty="0">
                <a:solidFill>
                  <a:srgbClr val="34495E"/>
                </a:solidFill>
                <a:latin typeface="Malgun Gothic" pitchFamily="34" charset="0"/>
                <a:ea typeface="Malgun Gothic" pitchFamily="34" charset="-122"/>
                <a:cs typeface="Malgun Gothic" pitchFamily="34" charset="-120"/>
              </a:rPr>
              <a:t>이번 GitHub 첫 수업을 통해 마크다운(.md) 파일 작성부터 브랜치 생성 및 변경 사항 커밋까지의 기본 흐름을 실습하며 체계적인 버전 관리의 필요성을 크게 느꼈다. 그동안 단순 저장에 의존했던 방식에서 벗어나, 메인 작업 공간과 분리된 브랜치에서 안전하게 수정하고 커밋으로 작업 히스토리를 남기는 과정을 거치며 실제 협업 프로세스에 대한 이해도를 높일 수 있었다. 처음 접하는 개념이라 다소 생소했지만, 직접 실습해보며 기술 문서 작성의 기본기를 다질 수 있었던 뜻깊은 시간이었고, 앞으로의 학습 기록과 프로젝트 문서화에도 마크다운과 Git을 적극 활용할 계획이다.</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400" b="1" dirty="0">
                <a:solidFill>
                  <a:srgbClr val="34495E"/>
                </a:solidFill>
                <a:latin typeface="Malgun Gothic" pitchFamily="34" charset="0"/>
                <a:ea typeface="Malgun Gothic" pitchFamily="34" charset="-122"/>
                <a:cs typeface="Malgun Gothic" pitchFamily="34" charset="-120"/>
              </a:rPr>
              <a:t>Appendix · 팀원 소감 전문 2/3</a:t>
            </a:r>
            <a:endParaRPr lang="en-US" sz="3400" dirty="0"/>
          </a:p>
        </p:txBody>
      </p:sp>
      <p:sp>
        <p:nvSpPr>
          <p:cNvPr id="3" name="Shape 1"/>
          <p:cNvSpPr/>
          <p:nvPr/>
        </p:nvSpPr>
        <p:spPr>
          <a:xfrm>
            <a:off x="457200" y="1143000"/>
            <a:ext cx="4023360" cy="3611880"/>
          </a:xfrm>
          <a:prstGeom prst="roundRect">
            <a:avLst>
              <a:gd name="adj" fmla="val 3038"/>
            </a:avLst>
          </a:prstGeom>
          <a:solidFill>
            <a:srgbClr val="F1F6FA"/>
          </a:solidFill>
          <a:ln w="12700">
            <a:solidFill>
              <a:srgbClr val="F1F6FA"/>
            </a:solidFill>
            <a:prstDash val="solid"/>
          </a:ln>
        </p:spPr>
      </p:sp>
      <p:sp>
        <p:nvSpPr>
          <p:cNvPr id="4" name="Text 2"/>
          <p:cNvSpPr txBox="1"/>
          <p:nvPr/>
        </p:nvSpPr>
        <p:spPr>
          <a:xfrm>
            <a:off x="640080" y="1261872"/>
            <a:ext cx="3657600" cy="320040"/>
          </a:xfrm>
          <a:prstGeom prst="rect">
            <a:avLst/>
          </a:prstGeom>
          <a:noFill/>
          <a:ln/>
        </p:spPr>
        <p:txBody>
          <a:bodyPr wrap="square" lIns="0" tIns="0" rIns="0" bIns="0" rtlCol="0" anchor="ctr"/>
          <a:lstStyle/>
          <a:p>
            <a:pPr indent="0" marL="0">
              <a:buNone/>
            </a:pPr>
            <a:r>
              <a:rPr lang="en-US" sz="1600" b="1" dirty="0">
                <a:solidFill>
                  <a:srgbClr val="1B3A6B"/>
                </a:solidFill>
                <a:latin typeface="Malgun Gothic" pitchFamily="34" charset="0"/>
                <a:ea typeface="Malgun Gothic" pitchFamily="34" charset="-122"/>
                <a:cs typeface="Malgun Gothic" pitchFamily="34" charset="-120"/>
              </a:rPr>
              <a:t>서정빈</a:t>
            </a:r>
            <a:endParaRPr lang="en-US" sz="1600" dirty="0"/>
          </a:p>
        </p:txBody>
      </p:sp>
      <p:sp>
        <p:nvSpPr>
          <p:cNvPr id="5" name="Text 3"/>
          <p:cNvSpPr txBox="1"/>
          <p:nvPr/>
        </p:nvSpPr>
        <p:spPr>
          <a:xfrm>
            <a:off x="640080" y="1645920"/>
            <a:ext cx="3657600" cy="3017520"/>
          </a:xfrm>
          <a:prstGeom prst="rect">
            <a:avLst/>
          </a:prstGeom>
          <a:noFill/>
          <a:ln/>
        </p:spPr>
        <p:txBody>
          <a:bodyPr wrap="square" lIns="0" tIns="0" rIns="0" bIns="0" rtlCol="0" anchor="t"/>
          <a:lstStyle/>
          <a:p>
            <a:pPr indent="0" marL="0">
              <a:spcAft>
                <a:spcPts val="400"/>
              </a:spcAft>
              <a:buNone/>
            </a:pPr>
            <a:r>
              <a:rPr lang="en-US" sz="1200" dirty="0">
                <a:solidFill>
                  <a:srgbClr val="34495E"/>
                </a:solidFill>
                <a:latin typeface="Malgun Gothic" pitchFamily="34" charset="0"/>
                <a:ea typeface="Malgun Gothic" pitchFamily="34" charset="-122"/>
                <a:cs typeface="Malgun Gothic" pitchFamily="34" charset="-120"/>
              </a:rPr>
              <a:t>그동안 개발자를 꿈꾸며 개발자의 프로그래밍 역량 못지않게 협업 능력도 중요하다는 말을 많이 들어왔습니다. 하지만 그동안은 직접적인 협업 경험이 없다 보니 마음에 크게 와닿지 않았습니다.</a:t>
            </a:r>
            <a:endParaRPr lang="en-US" sz="1200" dirty="0"/>
          </a:p>
          <a:p>
            <a:pPr indent="0" marL="0">
              <a:spcAft>
                <a:spcPts val="400"/>
              </a:spcAft>
              <a:buNone/>
            </a:pPr>
            <a:r>
              <a:rPr lang="en-US" sz="1200" dirty="0">
                <a:solidFill>
                  <a:srgbClr val="34495E"/>
                </a:solidFill>
                <a:latin typeface="Malgun Gothic" pitchFamily="34" charset="0"/>
                <a:ea typeface="Malgun Gothic" pitchFamily="34" charset="-122"/>
                <a:cs typeface="Malgun Gothic" pitchFamily="34" charset="-120"/>
              </a:rPr>
              <a:t>하지만 이번 과제에서 깃허브를 활용해 각자의 브랜치에서 정해진 규칙에 맞춰 문서를 작성하고, 풀 리퀘스트(PR)와 머지(Merge)를 거쳐 하나로 통합해 보는 과정을 통해 협업의 실제 방식과 이를 다루는 능력을 기를 수 있어 매우 유익했습니다.</a:t>
            </a:r>
            <a:endParaRPr lang="en-US" sz="1200" dirty="0"/>
          </a:p>
          <a:p>
            <a:pPr indent="0" marL="0">
              <a:spcAft>
                <a:spcPts val="400"/>
              </a:spcAft>
              <a:buNone/>
            </a:pPr>
            <a:r>
              <a:rPr lang="en-US" sz="1200" dirty="0">
                <a:solidFill>
                  <a:srgbClr val="34495E"/>
                </a:solidFill>
                <a:latin typeface="Malgun Gothic" pitchFamily="34" charset="0"/>
                <a:ea typeface="Malgun Gothic" pitchFamily="34" charset="-122"/>
                <a:cs typeface="Malgun Gothic" pitchFamily="34" charset="-120"/>
              </a:rPr>
              <a:t>이번 경험을 계기로 협업 프로세스의 가치를 깊이 이해하게 되었으며, 앞으로도 깃허브를 적극적으로 활용하여 다양한 프로젝트에 도전해 보고 싶습니다.</a:t>
            </a:r>
            <a:endParaRPr lang="en-US" sz="1200" dirty="0"/>
          </a:p>
        </p:txBody>
      </p:sp>
      <p:sp>
        <p:nvSpPr>
          <p:cNvPr id="6" name="Shape 4"/>
          <p:cNvSpPr/>
          <p:nvPr/>
        </p:nvSpPr>
        <p:spPr>
          <a:xfrm>
            <a:off x="4663440" y="1143000"/>
            <a:ext cx="4023360" cy="3611880"/>
          </a:xfrm>
          <a:prstGeom prst="roundRect">
            <a:avLst>
              <a:gd name="adj" fmla="val 3038"/>
            </a:avLst>
          </a:prstGeom>
          <a:solidFill>
            <a:srgbClr val="F1F6FA"/>
          </a:solidFill>
          <a:ln w="12700">
            <a:solidFill>
              <a:srgbClr val="F1F6FA"/>
            </a:solidFill>
            <a:prstDash val="solid"/>
          </a:ln>
        </p:spPr>
      </p:sp>
      <p:sp>
        <p:nvSpPr>
          <p:cNvPr id="7" name="Text 5"/>
          <p:cNvSpPr txBox="1"/>
          <p:nvPr/>
        </p:nvSpPr>
        <p:spPr>
          <a:xfrm>
            <a:off x="4846320" y="1261872"/>
            <a:ext cx="3657600" cy="320040"/>
          </a:xfrm>
          <a:prstGeom prst="rect">
            <a:avLst/>
          </a:prstGeom>
          <a:noFill/>
          <a:ln/>
        </p:spPr>
        <p:txBody>
          <a:bodyPr wrap="square" lIns="0" tIns="0" rIns="0" bIns="0" rtlCol="0" anchor="ctr"/>
          <a:lstStyle/>
          <a:p>
            <a:pPr indent="0" marL="0">
              <a:buNone/>
            </a:pPr>
            <a:r>
              <a:rPr lang="en-US" sz="1600" b="1" dirty="0">
                <a:solidFill>
                  <a:srgbClr val="1B3A6B"/>
                </a:solidFill>
                <a:latin typeface="Malgun Gothic" pitchFamily="34" charset="0"/>
                <a:ea typeface="Malgun Gothic" pitchFamily="34" charset="-122"/>
                <a:cs typeface="Malgun Gothic" pitchFamily="34" charset="-120"/>
              </a:rPr>
              <a:t>허재원</a:t>
            </a:r>
            <a:endParaRPr lang="en-US" sz="1600" dirty="0"/>
          </a:p>
        </p:txBody>
      </p:sp>
      <p:sp>
        <p:nvSpPr>
          <p:cNvPr id="8" name="Text 6"/>
          <p:cNvSpPr txBox="1"/>
          <p:nvPr/>
        </p:nvSpPr>
        <p:spPr>
          <a:xfrm>
            <a:off x="4846320" y="1645920"/>
            <a:ext cx="3657600" cy="3017520"/>
          </a:xfrm>
          <a:prstGeom prst="rect">
            <a:avLst/>
          </a:prstGeom>
          <a:noFill/>
          <a:ln/>
        </p:spPr>
        <p:txBody>
          <a:bodyPr wrap="square" lIns="0" tIns="0" rIns="0" bIns="0" rtlCol="0" anchor="t"/>
          <a:lstStyle/>
          <a:p>
            <a:pPr indent="0" marL="0">
              <a:spcAft>
                <a:spcPts val="400"/>
              </a:spcAft>
              <a:buNone/>
            </a:pPr>
            <a:r>
              <a:rPr lang="en-US" sz="1200" dirty="0">
                <a:solidFill>
                  <a:srgbClr val="34495E"/>
                </a:solidFill>
                <a:latin typeface="Malgun Gothic" pitchFamily="34" charset="0"/>
                <a:ea typeface="Malgun Gothic" pitchFamily="34" charset="-122"/>
                <a:cs typeface="Malgun Gothic" pitchFamily="34" charset="-120"/>
              </a:rPr>
              <a:t>GitHub 협업 과제를 통해 처음으로 협업이 진행되는 과정을 간접적으로 경험할 수 있었다. 특히 이전에는 잘 알지 못했던 Pull Request의 개념과 사용 목적을 이번 과제를 통해 이해할 수 있었다. 각자의 작업 내용을 공유하고 변경 사항을 검토한 뒤 프로젝트에 반영하는 과정을 살펴보면서, 여러 사람이 함께 개발할 때 GitHub가 어떤 역할을 하는지 알 수 있었다. 이번 과제를 통해 협업에 필요한 도구와 절차의 중요성을 느낄 수 있었다.</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400" b="1" dirty="0">
                <a:solidFill>
                  <a:srgbClr val="34495E"/>
                </a:solidFill>
                <a:latin typeface="Malgun Gothic" pitchFamily="34" charset="0"/>
                <a:ea typeface="Malgun Gothic" pitchFamily="34" charset="-122"/>
                <a:cs typeface="Malgun Gothic" pitchFamily="34" charset="-120"/>
              </a:rPr>
              <a:t>Appendix · 팀원 소감 전문 3/3</a:t>
            </a:r>
            <a:endParaRPr lang="en-US" sz="3400" dirty="0"/>
          </a:p>
        </p:txBody>
      </p:sp>
      <p:sp>
        <p:nvSpPr>
          <p:cNvPr id="3" name="Shape 1"/>
          <p:cNvSpPr/>
          <p:nvPr/>
        </p:nvSpPr>
        <p:spPr>
          <a:xfrm>
            <a:off x="457200" y="1143000"/>
            <a:ext cx="4023360" cy="3611880"/>
          </a:xfrm>
          <a:prstGeom prst="roundRect">
            <a:avLst>
              <a:gd name="adj" fmla="val 3038"/>
            </a:avLst>
          </a:prstGeom>
          <a:solidFill>
            <a:srgbClr val="F1F6FA"/>
          </a:solidFill>
          <a:ln w="12700">
            <a:solidFill>
              <a:srgbClr val="F1F6FA"/>
            </a:solidFill>
            <a:prstDash val="solid"/>
          </a:ln>
        </p:spPr>
      </p:sp>
      <p:sp>
        <p:nvSpPr>
          <p:cNvPr id="4" name="Text 2"/>
          <p:cNvSpPr txBox="1"/>
          <p:nvPr/>
        </p:nvSpPr>
        <p:spPr>
          <a:xfrm>
            <a:off x="640080" y="1261872"/>
            <a:ext cx="3657600" cy="320040"/>
          </a:xfrm>
          <a:prstGeom prst="rect">
            <a:avLst/>
          </a:prstGeom>
          <a:noFill/>
          <a:ln/>
        </p:spPr>
        <p:txBody>
          <a:bodyPr wrap="square" lIns="0" tIns="0" rIns="0" bIns="0" rtlCol="0" anchor="ctr"/>
          <a:lstStyle/>
          <a:p>
            <a:pPr indent="0" marL="0">
              <a:buNone/>
            </a:pPr>
            <a:r>
              <a:rPr lang="en-US" sz="1600" b="1" dirty="0">
                <a:solidFill>
                  <a:srgbClr val="1B3A6B"/>
                </a:solidFill>
                <a:latin typeface="Malgun Gothic" pitchFamily="34" charset="0"/>
                <a:ea typeface="Malgun Gothic" pitchFamily="34" charset="-122"/>
                <a:cs typeface="Malgun Gothic" pitchFamily="34" charset="-120"/>
              </a:rPr>
              <a:t>조은서</a:t>
            </a:r>
            <a:endParaRPr lang="en-US" sz="1600" dirty="0"/>
          </a:p>
        </p:txBody>
      </p:sp>
      <p:sp>
        <p:nvSpPr>
          <p:cNvPr id="5" name="Text 3"/>
          <p:cNvSpPr txBox="1"/>
          <p:nvPr/>
        </p:nvSpPr>
        <p:spPr>
          <a:xfrm>
            <a:off x="640080" y="1645920"/>
            <a:ext cx="3657600" cy="3017520"/>
          </a:xfrm>
          <a:prstGeom prst="rect">
            <a:avLst/>
          </a:prstGeom>
          <a:noFill/>
          <a:ln/>
        </p:spPr>
        <p:txBody>
          <a:bodyPr wrap="square" lIns="0" tIns="0" rIns="0" bIns="0" rtlCol="0" anchor="t"/>
          <a:lstStyle/>
          <a:p>
            <a:pPr indent="0" marL="0">
              <a:spcAft>
                <a:spcPts val="400"/>
              </a:spcAft>
              <a:buNone/>
            </a:pPr>
            <a:r>
              <a:rPr lang="en-US" sz="1200" dirty="0">
                <a:solidFill>
                  <a:srgbClr val="34495E"/>
                </a:solidFill>
                <a:latin typeface="Malgun Gothic" pitchFamily="34" charset="0"/>
                <a:ea typeface="Malgun Gothic" pitchFamily="34" charset="-122"/>
                <a:cs typeface="Malgun Gothic" pitchFamily="34" charset="-120"/>
              </a:rPr>
              <a:t>GitHub가 단순히 코드를 저장하는 공간이 아니라, 여러 사람이 하나의 프로젝트를 효율적으로 관리하고 협업할 수 있도록 돕는 도구라고 느껴졌다. 특히 Fork, Clone, Branch, Pull Request의 개념을 직접 활용하면서 각 기능의 역할과 협업 과정을 이해할 수 있었다. 처음에는 여러 저장소와 브랜치 사이의 관계가 복잡하게 느껴졌지만, 실습을 통해 코드의 변경 사항을 공유하고 병합하는 과정을 익힐 수 있었다. 또한 협업 과정에서 버전 관리뿐만 아니라 팀원 간의 의사소통과 작업 내용의 체계적인 관리도 중요하다는 것을 느꼈다. 앞으로 팀 프로젝트를 진행할 때 GitHub를 더욱 적극적으로 활용할 수 있을 것 같다.</a:t>
            </a:r>
            <a:endParaRPr lang="en-US" sz="1200" dirty="0"/>
          </a:p>
        </p:txBody>
      </p:sp>
      <p:sp>
        <p:nvSpPr>
          <p:cNvPr id="6" name="Shape 4"/>
          <p:cNvSpPr/>
          <p:nvPr/>
        </p:nvSpPr>
        <p:spPr>
          <a:xfrm>
            <a:off x="4663440" y="1143000"/>
            <a:ext cx="4023360" cy="3611880"/>
          </a:xfrm>
          <a:prstGeom prst="roundRect">
            <a:avLst>
              <a:gd name="adj" fmla="val 3038"/>
            </a:avLst>
          </a:prstGeom>
          <a:solidFill>
            <a:srgbClr val="F1F6FA"/>
          </a:solidFill>
          <a:ln w="12700">
            <a:solidFill>
              <a:srgbClr val="F1F6FA"/>
            </a:solidFill>
            <a:prstDash val="solid"/>
          </a:ln>
        </p:spPr>
      </p:sp>
      <p:sp>
        <p:nvSpPr>
          <p:cNvPr id="7" name="Text 5"/>
          <p:cNvSpPr txBox="1"/>
          <p:nvPr/>
        </p:nvSpPr>
        <p:spPr>
          <a:xfrm>
            <a:off x="4846320" y="1261872"/>
            <a:ext cx="3657600" cy="320040"/>
          </a:xfrm>
          <a:prstGeom prst="rect">
            <a:avLst/>
          </a:prstGeom>
          <a:noFill/>
          <a:ln/>
        </p:spPr>
        <p:txBody>
          <a:bodyPr wrap="square" lIns="0" tIns="0" rIns="0" bIns="0" rtlCol="0" anchor="ctr"/>
          <a:lstStyle/>
          <a:p>
            <a:pPr indent="0" marL="0">
              <a:buNone/>
            </a:pPr>
            <a:r>
              <a:rPr lang="en-US" sz="1600" b="1" dirty="0">
                <a:solidFill>
                  <a:srgbClr val="1B3A6B"/>
                </a:solidFill>
                <a:latin typeface="Malgun Gothic" pitchFamily="34" charset="0"/>
                <a:ea typeface="Malgun Gothic" pitchFamily="34" charset="-122"/>
                <a:cs typeface="Malgun Gothic" pitchFamily="34" charset="-120"/>
              </a:rPr>
              <a:t>김부찬</a:t>
            </a:r>
            <a:endParaRPr lang="en-US" sz="1600" dirty="0"/>
          </a:p>
        </p:txBody>
      </p:sp>
      <p:sp>
        <p:nvSpPr>
          <p:cNvPr id="8" name="Text 6"/>
          <p:cNvSpPr txBox="1"/>
          <p:nvPr/>
        </p:nvSpPr>
        <p:spPr>
          <a:xfrm>
            <a:off x="4846320" y="1645920"/>
            <a:ext cx="3657600" cy="3017520"/>
          </a:xfrm>
          <a:prstGeom prst="rect">
            <a:avLst/>
          </a:prstGeom>
          <a:noFill/>
          <a:ln/>
        </p:spPr>
        <p:txBody>
          <a:bodyPr wrap="square" lIns="0" tIns="0" rIns="0" bIns="0" rtlCol="0" anchor="t"/>
          <a:lstStyle/>
          <a:p>
            <a:pPr indent="0" marL="0">
              <a:spcAft>
                <a:spcPts val="400"/>
              </a:spcAft>
              <a:buNone/>
            </a:pPr>
            <a:r>
              <a:rPr lang="en-US" sz="1200" dirty="0">
                <a:solidFill>
                  <a:srgbClr val="34495E"/>
                </a:solidFill>
                <a:latin typeface="Malgun Gothic" pitchFamily="34" charset="0"/>
                <a:ea typeface="Malgun Gothic" pitchFamily="34" charset="-122"/>
                <a:cs typeface="Malgun Gothic" pitchFamily="34" charset="-120"/>
              </a:rPr>
              <a:t>혼자서 github를 자주 사용하지만, 같이 사용하는 것은 오랜만인 것 같다. 이전에는 커밋 메시지를 그냥 나만 알아보도록 썼는데, 다른 팀원들이 본다고 생각하니 가독성이 좋게 쓰는 것이 중요하다는 생각을 했다. 또한 PR 메시지나 커밋 모두 AI 생성이 가능하긴 했지만 너무 길다는 문제가 있었다. AI 생성물이 분명 더 자세히, 그리고 정확하기는 했지만 팀원들이 그걸 읽고 있을 시간을 고려하면 비효율적이라는 생각이 들었다. AI로 생성물이 점점 길어지는 요즘, 읽는 사람을 배려하여 핵심만 들어있게 글을 쓰는 것이 중요하다는 생각을 했다. 또한 커밋 메시지나 PR을 작성하는 방식에 대해서도 팀원들과 용어 등을 만들어 두면 협업이 더 빨라지겠다는 생각을 했다.</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bird_guide</dc:title>
  <dc:subject>PptxGenJS Presentation</dc:subject>
  <dc:creator>PptxGenJS</dc:creator>
  <cp:lastModifiedBy>PptxGenJS</cp:lastModifiedBy>
  <cp:revision>1</cp:revision>
  <dcterms:created xsi:type="dcterms:W3CDTF">2026-10-18T14:57:48Z</dcterms:created>
  <dcterms:modified xsi:type="dcterms:W3CDTF">2026-10-18T14:57:48Z</dcterms:modified>
</cp:coreProperties>
</file>