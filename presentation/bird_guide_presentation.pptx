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안녕하세요. 저희는 조류를 목 단위로 분류한 한국어 조류 도감, bird_guide를 GitHub에서 함께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조류를 목 단위로 나눠 폴더를 만들고, 각 폴더에 목 소개 문서와 종별 문서를 두었습니다. 구조도는 README에도 mermaid로 들어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README에는 개요와 구조도, 목차, 문서 작성 규칙, 기여 방법까지 정리해 두어서 팀원 누구나 이 문서만 보고 작업할 수 있었습니다.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수리목의 흰머리수리 문서입니다. 기본 정보 표로 시작해서 개요, 생김새, 분포, 생태, 보전 상태까지 같은 템플릿을 따릅니다. 사진 출처와 참고 자료도 문서 안에 남겼습니다.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조장이 디렉토리와 예시 파일을 만들고, 조원은 복사해서 작성했습니다. 각자 한 가지 목만 맡아 conflict를 막았고, commit은 자주, PR은 문서 하나를 완성한 뒤 올렸습니다. 브랜치 이름은 GitHub아이디-workspace, 커밋 메시지는 [수리목] 참매.md 작성 같은 형식을 썼습니다.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저는 혼자 GitHub를 자주 쓰지만 여럿이 함께 쓴 건 오랜만이었습니다. 혼자 쓸 때는 커밋 메시지를 저만 알아보게 썼는데, 팀원들이 읽는다고 생각하니 가독성이 중요하다는 걸 느꼈습니다. 또 커밋과 PR을 AI로 생성할 수 있었는데, 더 자세하고 정확하긴 해도 너무 길어서 팀원들이 읽는 시간을 생각하면 오히려 비효율적이었습니다. AI 생성물이 점점 길어지는 요즘일수록, 읽는 사람을 배려해 핵심만 쓰는 게 중요하다고 생각했습니다. 마지막으로, 커밋과 PR 작성 방식과 용어를 팀이 미리 정해 두면 협업이 더 빨라질 것 같습니다.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4754880" cy="475488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291840" cy="329184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bird_guide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8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조류를 목(目) 단위로 분류한 한국어 도감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8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오픈소스 소프트웨어 기초 과제  ·  2026.10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곽민서   권보민   김부찬   서정빈   조은서   허재원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소개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6명이 목(目)을 하나씩 맡아 GitHub에서 문서로 작성했습니다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74720" y="1417320"/>
            <a:ext cx="2194560" cy="457200"/>
          </a:xfrm>
          <a:prstGeom prst="roundRect">
            <a:avLst>
              <a:gd name="adj" fmla="val 24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474720" y="1417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bird_guide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0" y="1874520"/>
            <a:ext cx="0" cy="228600"/>
          </a:xfrm>
          <a:prstGeom prst="line">
            <a:avLst/>
          </a:prstGeom>
          <a:noFill/>
          <a:ln w="15875">
            <a:solidFill>
              <a:srgbClr val="9FB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103120"/>
            <a:ext cx="6949440" cy="0"/>
          </a:xfrm>
          <a:prstGeom prst="line">
            <a:avLst/>
          </a:prstGeom>
          <a:noFill/>
          <a:ln w="15875">
            <a:solidFill>
              <a:srgbClr val="9FB3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103120"/>
            <a:ext cx="0" cy="228600"/>
          </a:xfrm>
          <a:prstGeom prst="line">
            <a:avLst/>
          </a:prstGeom>
          <a:noFill/>
          <a:ln w="15875">
            <a:solidFill>
              <a:srgbClr val="9FB3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31720"/>
            <a:ext cx="1280160" cy="457200"/>
          </a:xfrm>
          <a:prstGeom prst="roundRect">
            <a:avLst>
              <a:gd name="adj" fmla="val 24000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31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기러기목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1280160" cy="16459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880360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개리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큰고니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87168" y="2103120"/>
            <a:ext cx="0" cy="228600"/>
          </a:xfrm>
          <a:prstGeom prst="line">
            <a:avLst/>
          </a:prstGeom>
          <a:noFill/>
          <a:ln w="15875">
            <a:solidFill>
              <a:srgbClr val="9FB3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47088" y="2331720"/>
            <a:ext cx="1280160" cy="457200"/>
          </a:xfrm>
          <a:prstGeom prst="roundRect">
            <a:avLst>
              <a:gd name="adj" fmla="val 24000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47088" y="2331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닭목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847088" y="2880360"/>
            <a:ext cx="1280160" cy="16459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847088" y="2880360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닭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꿩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칠면조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메추라기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77056" y="2103120"/>
            <a:ext cx="0" cy="228600"/>
          </a:xfrm>
          <a:prstGeom prst="line">
            <a:avLst/>
          </a:prstGeom>
          <a:noFill/>
          <a:ln w="15875">
            <a:solidFill>
              <a:srgbClr val="9FB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36976" y="2331720"/>
            <a:ext cx="1280160" cy="457200"/>
          </a:xfrm>
          <a:prstGeom prst="roundRect">
            <a:avLst>
              <a:gd name="adj" fmla="val 24000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36976" y="2331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도요목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36976" y="2880360"/>
            <a:ext cx="1280160" cy="16459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36976" y="2880360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갈매기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개꿩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게물떼새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마도요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266944" y="2103120"/>
            <a:ext cx="0" cy="228600"/>
          </a:xfrm>
          <a:prstGeom prst="line">
            <a:avLst/>
          </a:prstGeom>
          <a:noFill/>
          <a:ln w="15875">
            <a:solidFill>
              <a:srgbClr val="9FB3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6864" y="2331720"/>
            <a:ext cx="1280160" cy="457200"/>
          </a:xfrm>
          <a:prstGeom prst="roundRect">
            <a:avLst>
              <a:gd name="adj" fmla="val 24000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26864" y="2331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수리목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26864" y="2880360"/>
            <a:ext cx="1280160" cy="16459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26864" y="2880360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검독수리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독수리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뱀잡이수리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참매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흰머리수리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656832" y="2103120"/>
            <a:ext cx="0" cy="228600"/>
          </a:xfrm>
          <a:prstGeom prst="line">
            <a:avLst/>
          </a:prstGeom>
          <a:noFill/>
          <a:ln w="15875">
            <a:solidFill>
              <a:srgbClr val="9FB3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16752" y="2331720"/>
            <a:ext cx="1280160" cy="457200"/>
          </a:xfrm>
          <a:prstGeom prst="roundRect">
            <a:avLst>
              <a:gd name="adj" fmla="val 24000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16752" y="2331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앵무목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016752" y="2880360"/>
            <a:ext cx="1280160" cy="16459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016752" y="2880360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회색앵무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046720" y="2103120"/>
            <a:ext cx="0" cy="228600"/>
          </a:xfrm>
          <a:prstGeom prst="line">
            <a:avLst/>
          </a:prstGeom>
          <a:noFill/>
          <a:ln w="15875">
            <a:solidFill>
              <a:srgbClr val="9FB3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06640" y="2331720"/>
            <a:ext cx="1280160" cy="457200"/>
          </a:xfrm>
          <a:prstGeom prst="roundRect">
            <a:avLst>
              <a:gd name="adj" fmla="val 24000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06640" y="2331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참새목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406640" y="2880360"/>
            <a:ext cx="1280160" cy="16459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06640" y="2880360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예정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목 폴더 = 목 문서(○○목.md) + 종별 문서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첫 화면에서 프로젝트의 개요, 구조, 규칙을 한눈에 볼 수 있습니다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0292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README.md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9019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31343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313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29514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(mermaid 다이어그램)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706624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706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6883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 (목, 학명, 수록 종)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3054096"/>
            <a:ext cx="4754880" cy="365760"/>
          </a:xfrm>
          <a:prstGeom prst="roundRect">
            <a:avLst>
              <a:gd name="adj" fmla="val 30000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099816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0815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작성 규칙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3447288"/>
            <a:ext cx="4754880" cy="365760"/>
          </a:xfrm>
          <a:prstGeom prst="roundRect">
            <a:avLst>
              <a:gd name="adj" fmla="val 30000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493008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4747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 방법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3886200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886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38679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Contributor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" y="427939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4279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426110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및 라이선스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760720" y="1417320"/>
            <a:ext cx="2926080" cy="3291840"/>
          </a:xfrm>
          <a:prstGeom prst="roundRect">
            <a:avLst>
              <a:gd name="adj" fmla="val 3750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89320" y="1572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구성 규칙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0574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○○목/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○○목.md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종이름.md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종이름.png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989320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 문서 템플릿과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이미지·출처 표기 규칙도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README에 정리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예시: 흰머리수리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템플릿에 맞춰 작성한 종별 문서 한 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572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흰머리수리 (Bald Eagle)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정보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331720"/>
            <a:ext cx="4114800" cy="402336"/>
          </a:xfrm>
          <a:prstGeom prst="roundRect">
            <a:avLst>
              <a:gd name="adj" fmla="val 27273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317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학명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23317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Haliaeetus leucocephalus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88920"/>
            <a:ext cx="411480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7889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2788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수리목 &gt; 수리과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246120"/>
            <a:ext cx="4114800" cy="402336"/>
          </a:xfrm>
          <a:prstGeom prst="roundRect">
            <a:avLst>
              <a:gd name="adj" fmla="val 27273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2461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날개 편 길이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32461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1.7~2.4m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3703320"/>
            <a:ext cx="411480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7033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분포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148840" y="37033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북아메리카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4160520"/>
            <a:ext cx="4114800" cy="402336"/>
          </a:xfrm>
          <a:prstGeom prst="roundRect">
            <a:avLst>
              <a:gd name="adj" fmla="val 27273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1605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IUCN 등급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148840" y="41605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최소관심(LC)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구성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49240" y="1828800"/>
            <a:ext cx="1600200" cy="384048"/>
          </a:xfrm>
          <a:prstGeom prst="roundRect">
            <a:avLst>
              <a:gd name="adj" fmla="val 28571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49240" y="18288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040880" y="1828800"/>
            <a:ext cx="1600200" cy="384048"/>
          </a:xfrm>
          <a:prstGeom prst="roundRect">
            <a:avLst>
              <a:gd name="adj" fmla="val 28571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40880" y="18288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분류와 이름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349240" y="2286000"/>
            <a:ext cx="1600200" cy="384048"/>
          </a:xfrm>
          <a:prstGeom prst="roundRect">
            <a:avLst>
              <a:gd name="adj" fmla="val 28571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349240" y="22860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생김새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040880" y="2286000"/>
            <a:ext cx="1600200" cy="384048"/>
          </a:xfrm>
          <a:prstGeom prst="roundRect">
            <a:avLst>
              <a:gd name="adj" fmla="val 28571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40880" y="22860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분포와 서식지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349240" y="2743200"/>
            <a:ext cx="1600200" cy="384048"/>
          </a:xfrm>
          <a:prstGeom prst="roundRect">
            <a:avLst>
              <a:gd name="adj" fmla="val 28571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49240" y="27432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생태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040880" y="2743200"/>
            <a:ext cx="1600200" cy="384048"/>
          </a:xfrm>
          <a:prstGeom prst="roundRect">
            <a:avLst>
              <a:gd name="adj" fmla="val 28571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040880" y="27432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보전 상태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349240" y="3200400"/>
            <a:ext cx="1600200" cy="384048"/>
          </a:xfrm>
          <a:prstGeom prst="roundRect">
            <a:avLst>
              <a:gd name="adj" fmla="val 28571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49240" y="32004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사람과의 관계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040880" y="3200400"/>
            <a:ext cx="1600200" cy="384048"/>
          </a:xfrm>
          <a:prstGeom prst="roundRect">
            <a:avLst>
              <a:gd name="adj" fmla="val 28571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040880" y="32004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자료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349240" y="379476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재사용이 허용된 사진만 쓰고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출처와 참고 자료(위키백과)를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문서에 함께 적었습니다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과정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브랜치와 PR로 각자 작업하고 하나로 합치기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310896" cy="31089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192024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조장이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디렉토리·예시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생성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47672" y="1965960"/>
            <a:ext cx="173736" cy="182880"/>
          </a:xfrm>
          <a:prstGeom prst="rightArrow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8840" y="146304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554480"/>
            <a:ext cx="310896" cy="31089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4028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21992" y="192024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조원이 복사해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작성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39312" y="1965960"/>
            <a:ext cx="173736" cy="182880"/>
          </a:xfrm>
          <a:prstGeom prst="rightArrow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146304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31920" y="1554480"/>
            <a:ext cx="310896" cy="31089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3192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913632" y="192024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commit은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가능한 자주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330952" y="1965960"/>
            <a:ext cx="173736" cy="182880"/>
          </a:xfrm>
          <a:prstGeom prst="rightArrow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32120" y="146304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3560" y="1554480"/>
            <a:ext cx="310896" cy="31089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2356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605272" y="192024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1개 완성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 PR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022592" y="1965960"/>
            <a:ext cx="173736" cy="182880"/>
          </a:xfrm>
          <a:prstGeom prst="rightArrow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0" y="1463040"/>
            <a:ext cx="1463040" cy="1188720"/>
          </a:xfrm>
          <a:prstGeom prst="roundRect">
            <a:avLst>
              <a:gd name="adj" fmla="val 9231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1554480"/>
            <a:ext cx="310896" cy="31089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296912" y="1920240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후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merge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0632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1목 담당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4114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conflict 방지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291840" y="30632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2044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3520440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commit은 자주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3520440" y="4114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기록을 촘촘히 남김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126480" y="30632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5E3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5508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355080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PR은 문서 완성 후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6355080" y="4114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리뷰가 쉽고 미완성 글이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섞이지 않음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느낀점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846320" cy="612648"/>
          </a:xfrm>
          <a:prstGeom prst="roundRect">
            <a:avLst>
              <a:gd name="adj" fmla="val 17910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822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곽민서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188720"/>
            <a:ext cx="3749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정해 각자 작업하니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 없이 효율적이었다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4846320" cy="612648"/>
          </a:xfrm>
          <a:prstGeom prst="roundRect">
            <a:avLst>
              <a:gd name="adj" fmla="val 17910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822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권보민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874520"/>
            <a:ext cx="3749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브랜치와 커밋으로 기록하며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관리의 필요성을 느꼈다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846320" cy="612648"/>
          </a:xfrm>
          <a:prstGeom prst="roundRect">
            <a:avLst>
              <a:gd name="adj" fmla="val 17910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60320"/>
            <a:ext cx="822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서정빈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560320"/>
            <a:ext cx="3749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PR과 merge로 통합하며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협업의 실제 방식을 익혔다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4846320" cy="612648"/>
          </a:xfrm>
          <a:prstGeom prst="roundRect">
            <a:avLst>
              <a:gd name="adj" fmla="val 17910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246120"/>
            <a:ext cx="822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허재원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246120"/>
            <a:ext cx="3749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Pull Request의 개념과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목적을 이해했다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4846320" cy="612648"/>
          </a:xfrm>
          <a:prstGeom prst="roundRect">
            <a:avLst>
              <a:gd name="adj" fmla="val 17910"/>
            </a:avLst>
          </a:prstGeom>
          <a:solidFill>
            <a:srgbClr val="F1F6FA"/>
          </a:solidFill>
          <a:ln w="12700">
            <a:solidFill>
              <a:srgbClr val="F1F6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931920"/>
            <a:ext cx="822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조은서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931920"/>
            <a:ext cx="3749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GitHub는 저장 공간이 아닌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협업을 돕는 도구라고 느꼈다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577840" y="1188720"/>
            <a:ext cx="3108960" cy="3355848"/>
          </a:xfrm>
          <a:prstGeom prst="roundRect">
            <a:avLst>
              <a:gd name="adj" fmla="val 3529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06440" y="1353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김부찬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806440" y="199339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35040" y="1920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팀원이 읽으니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메시지 가독성이 중요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06440" y="286207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35040" y="2788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글은 정확하지만 길다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핵심만 쓰는 배려가 필요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806440" y="373075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35040" y="3657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커밋·PR 용어를 팀이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정하면 더 빠르다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bird_guide</dc:title>
  <dc:subject>PptxGenJS Presentation</dc:subject>
  <dc:creator>PptxGenJS</dc:creator>
  <cp:lastModifiedBy>PptxGenJS</cp:lastModifiedBy>
  <cp:revision>1</cp:revision>
  <dcterms:created xsi:type="dcterms:W3CDTF">2026-10-18T14:17:30Z</dcterms:created>
  <dcterms:modified xsi:type="dcterms:W3CDTF">2026-10-18T14:17:30Z</dcterms:modified>
</cp:coreProperties>
</file>